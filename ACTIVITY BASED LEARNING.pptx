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5FCC8C-07A1-4EB9-A803-719E2B1EFBE0}" v="48" dt="2026-10-24T10:33:50.9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ju arja" userId="5d02888f41080166" providerId="LiveId" clId="{00BDF0C4-E31A-4AB5-BD02-4C406A17AAF7}"/>
    <pc:docChg chg="undo custSel addSld modSld">
      <pc:chgData name="teju arja" userId="5d02888f41080166" providerId="LiveId" clId="{00BDF0C4-E31A-4AB5-BD02-4C406A17AAF7}" dt="2026-10-24T10:34:43.245" v="296" actId="14100"/>
      <pc:docMkLst>
        <pc:docMk/>
      </pc:docMkLst>
      <pc:sldChg chg="addSp delSp modSp mod">
        <pc:chgData name="teju arja" userId="5d02888f41080166" providerId="LiveId" clId="{00BDF0C4-E31A-4AB5-BD02-4C406A17AAF7}" dt="2026-10-24T10:23:29.548" v="149" actId="1076"/>
        <pc:sldMkLst>
          <pc:docMk/>
          <pc:sldMk cId="1593661967" sldId="261"/>
        </pc:sldMkLst>
        <pc:spChg chg="add del mod">
          <ac:chgData name="teju arja" userId="5d02888f41080166" providerId="LiveId" clId="{00BDF0C4-E31A-4AB5-BD02-4C406A17AAF7}" dt="2026-10-24T10:23:02.257" v="116"/>
          <ac:spMkLst>
            <pc:docMk/>
            <pc:sldMk cId="1593661967" sldId="261"/>
            <ac:spMk id="2" creationId="{9680D9A4-E6AE-C0B4-F973-BDCAD2E40D2C}"/>
          </ac:spMkLst>
        </pc:spChg>
        <pc:spChg chg="add del mod">
          <ac:chgData name="teju arja" userId="5d02888f41080166" providerId="LiveId" clId="{00BDF0C4-E31A-4AB5-BD02-4C406A17AAF7}" dt="2026-10-24T10:23:03.293" v="119"/>
          <ac:spMkLst>
            <pc:docMk/>
            <pc:sldMk cId="1593661967" sldId="261"/>
            <ac:spMk id="4" creationId="{03EED681-01CA-BD18-7BD0-626703B963FD}"/>
          </ac:spMkLst>
        </pc:spChg>
        <pc:spChg chg="add mod">
          <ac:chgData name="teju arja" userId="5d02888f41080166" providerId="LiveId" clId="{00BDF0C4-E31A-4AB5-BD02-4C406A17AAF7}" dt="2026-10-24T10:23:29.548" v="149" actId="1076"/>
          <ac:spMkLst>
            <pc:docMk/>
            <pc:sldMk cId="1593661967" sldId="261"/>
            <ac:spMk id="5" creationId="{5AEFE30A-80B0-7E2A-1748-A634E2286731}"/>
          </ac:spMkLst>
        </pc:spChg>
        <pc:picChg chg="mod">
          <ac:chgData name="teju arja" userId="5d02888f41080166" providerId="LiveId" clId="{00BDF0C4-E31A-4AB5-BD02-4C406A17AAF7}" dt="2026-10-24T10:22:58.270" v="113" actId="1076"/>
          <ac:picMkLst>
            <pc:docMk/>
            <pc:sldMk cId="1593661967" sldId="261"/>
            <ac:picMk id="3" creationId="{C5355A51-3E9B-75A7-1439-4E4162EE94B8}"/>
          </ac:picMkLst>
        </pc:picChg>
      </pc:sldChg>
      <pc:sldChg chg="addSp delSp modSp mod">
        <pc:chgData name="teju arja" userId="5d02888f41080166" providerId="LiveId" clId="{00BDF0C4-E31A-4AB5-BD02-4C406A17AAF7}" dt="2026-10-24T10:14:01.543" v="11" actId="21"/>
        <pc:sldMkLst>
          <pc:docMk/>
          <pc:sldMk cId="4177409191" sldId="262"/>
        </pc:sldMkLst>
        <pc:spChg chg="add del mod">
          <ac:chgData name="teju arja" userId="5d02888f41080166" providerId="LiveId" clId="{00BDF0C4-E31A-4AB5-BD02-4C406A17AAF7}" dt="2026-10-24T10:08:15.594" v="6" actId="47"/>
          <ac:spMkLst>
            <pc:docMk/>
            <pc:sldMk cId="4177409191" sldId="262"/>
            <ac:spMk id="3" creationId="{F544CD8D-9A75-5030-852D-CF76A19C6A71}"/>
          </ac:spMkLst>
        </pc:spChg>
        <pc:spChg chg="del">
          <ac:chgData name="teju arja" userId="5d02888f41080166" providerId="LiveId" clId="{00BDF0C4-E31A-4AB5-BD02-4C406A17AAF7}" dt="2026-10-24T10:14:01.543" v="11" actId="21"/>
          <ac:spMkLst>
            <pc:docMk/>
            <pc:sldMk cId="4177409191" sldId="262"/>
            <ac:spMk id="8" creationId="{080DF4DE-0151-BFD1-B661-EBF5AD6C68B0}"/>
          </ac:spMkLst>
        </pc:spChg>
        <pc:graphicFrameChg chg="add del mod modGraphic">
          <ac:chgData name="teju arja" userId="5d02888f41080166" providerId="LiveId" clId="{00BDF0C4-E31A-4AB5-BD02-4C406A17AAF7}" dt="2026-10-24T10:09:12.422" v="10" actId="21"/>
          <ac:graphicFrameMkLst>
            <pc:docMk/>
            <pc:sldMk cId="4177409191" sldId="262"/>
            <ac:graphicFrameMk id="6" creationId="{52335CD9-C8A9-214C-DB57-F97CE764B80D}"/>
          </ac:graphicFrameMkLst>
        </pc:graphicFrameChg>
      </pc:sldChg>
      <pc:sldChg chg="addSp delSp modSp new mod">
        <pc:chgData name="teju arja" userId="5d02888f41080166" providerId="LiveId" clId="{00BDF0C4-E31A-4AB5-BD02-4C406A17AAF7}" dt="2026-10-24T10:15:15.758" v="34"/>
        <pc:sldMkLst>
          <pc:docMk/>
          <pc:sldMk cId="2770853952" sldId="263"/>
        </pc:sldMkLst>
        <pc:spChg chg="add mod">
          <ac:chgData name="teju arja" userId="5d02888f41080166" providerId="LiveId" clId="{00BDF0C4-E31A-4AB5-BD02-4C406A17AAF7}" dt="2026-10-24T10:14:24.648" v="28" actId="20577"/>
          <ac:spMkLst>
            <pc:docMk/>
            <pc:sldMk cId="2770853952" sldId="263"/>
            <ac:spMk id="2" creationId="{0C93A351-03D2-B086-1815-74AA72B643E1}"/>
          </ac:spMkLst>
        </pc:spChg>
        <pc:spChg chg="add del mod">
          <ac:chgData name="teju arja" userId="5d02888f41080166" providerId="LiveId" clId="{00BDF0C4-E31A-4AB5-BD02-4C406A17AAF7}" dt="2026-10-24T10:15:15.758" v="34"/>
          <ac:spMkLst>
            <pc:docMk/>
            <pc:sldMk cId="2770853952" sldId="263"/>
            <ac:spMk id="3" creationId="{79DA15C7-F8B4-DC34-D175-2B03F0A66536}"/>
          </ac:spMkLst>
        </pc:spChg>
        <pc:graphicFrameChg chg="add mod modGraphic">
          <ac:chgData name="teju arja" userId="5d02888f41080166" providerId="LiveId" clId="{00BDF0C4-E31A-4AB5-BD02-4C406A17AAF7}" dt="2026-10-24T10:14:52.980" v="31" actId="14100"/>
          <ac:graphicFrameMkLst>
            <pc:docMk/>
            <pc:sldMk cId="2770853952" sldId="263"/>
            <ac:graphicFrameMk id="4" creationId="{3CF70E18-DE25-11C5-8BBB-54753B2DC095}"/>
          </ac:graphicFrameMkLst>
        </pc:graphicFrameChg>
      </pc:sldChg>
      <pc:sldChg chg="addSp delSp modSp new mod">
        <pc:chgData name="teju arja" userId="5d02888f41080166" providerId="LiveId" clId="{00BDF0C4-E31A-4AB5-BD02-4C406A17AAF7}" dt="2026-10-24T10:19:26.150" v="85"/>
        <pc:sldMkLst>
          <pc:docMk/>
          <pc:sldMk cId="1588060921" sldId="264"/>
        </pc:sldMkLst>
        <pc:spChg chg="add mod">
          <ac:chgData name="teju arja" userId="5d02888f41080166" providerId="LiveId" clId="{00BDF0C4-E31A-4AB5-BD02-4C406A17AAF7}" dt="2026-10-24T10:15:31.261" v="53" actId="20577"/>
          <ac:spMkLst>
            <pc:docMk/>
            <pc:sldMk cId="1588060921" sldId="264"/>
            <ac:spMk id="2" creationId="{9493E54A-4D6B-634F-3BBA-7B4EB1F672C9}"/>
          </ac:spMkLst>
        </pc:spChg>
        <pc:spChg chg="add del mod">
          <ac:chgData name="teju arja" userId="5d02888f41080166" providerId="LiveId" clId="{00BDF0C4-E31A-4AB5-BD02-4C406A17AAF7}" dt="2026-10-24T10:15:33.898" v="56"/>
          <ac:spMkLst>
            <pc:docMk/>
            <pc:sldMk cId="1588060921" sldId="264"/>
            <ac:spMk id="3" creationId="{69FC1F48-FC0C-3364-5961-E8583E2CB621}"/>
          </ac:spMkLst>
        </pc:spChg>
        <pc:spChg chg="add mod">
          <ac:chgData name="teju arja" userId="5d02888f41080166" providerId="LiveId" clId="{00BDF0C4-E31A-4AB5-BD02-4C406A17AAF7}" dt="2026-10-24T10:18:29.587" v="81" actId="14100"/>
          <ac:spMkLst>
            <pc:docMk/>
            <pc:sldMk cId="1588060921" sldId="264"/>
            <ac:spMk id="4" creationId="{15F6B247-77E3-9E6B-1B94-FC57DD6F5001}"/>
          </ac:spMkLst>
        </pc:spChg>
        <pc:spChg chg="add del mod">
          <ac:chgData name="teju arja" userId="5d02888f41080166" providerId="LiveId" clId="{00BDF0C4-E31A-4AB5-BD02-4C406A17AAF7}" dt="2026-10-24T10:19:26.150" v="85"/>
          <ac:spMkLst>
            <pc:docMk/>
            <pc:sldMk cId="1588060921" sldId="264"/>
            <ac:spMk id="5" creationId="{358DB49C-CFD3-4D39-620D-9A228336C750}"/>
          </ac:spMkLst>
        </pc:spChg>
      </pc:sldChg>
      <pc:sldChg chg="addSp delSp modSp new mod">
        <pc:chgData name="teju arja" userId="5d02888f41080166" providerId="LiveId" clId="{00BDF0C4-E31A-4AB5-BD02-4C406A17AAF7}" dt="2026-10-24T10:23:39.884" v="150" actId="14100"/>
        <pc:sldMkLst>
          <pc:docMk/>
          <pc:sldMk cId="2899930549" sldId="265"/>
        </pc:sldMkLst>
        <pc:spChg chg="add del mod">
          <ac:chgData name="teju arja" userId="5d02888f41080166" providerId="LiveId" clId="{00BDF0C4-E31A-4AB5-BD02-4C406A17AAF7}" dt="2026-10-24T10:19:30.718" v="88"/>
          <ac:spMkLst>
            <pc:docMk/>
            <pc:sldMk cId="2899930549" sldId="265"/>
            <ac:spMk id="2" creationId="{9DE91415-3B06-B301-169C-0C4A85CCFA63}"/>
          </ac:spMkLst>
        </pc:spChg>
        <pc:spChg chg="add mod">
          <ac:chgData name="teju arja" userId="5d02888f41080166" providerId="LiveId" clId="{00BDF0C4-E31A-4AB5-BD02-4C406A17AAF7}" dt="2026-10-24T10:22:15.929" v="110" actId="1076"/>
          <ac:spMkLst>
            <pc:docMk/>
            <pc:sldMk cId="2899930549" sldId="265"/>
            <ac:spMk id="3" creationId="{A758A725-89D4-E8CC-5212-DABA29E76DB1}"/>
          </ac:spMkLst>
        </pc:spChg>
        <pc:picChg chg="add mod">
          <ac:chgData name="teju arja" userId="5d02888f41080166" providerId="LiveId" clId="{00BDF0C4-E31A-4AB5-BD02-4C406A17AAF7}" dt="2026-10-24T10:23:39.884" v="150" actId="14100"/>
          <ac:picMkLst>
            <pc:docMk/>
            <pc:sldMk cId="2899930549" sldId="265"/>
            <ac:picMk id="5" creationId="{E2A4BE13-ABE7-5355-DA60-03834141B8A4}"/>
          </ac:picMkLst>
        </pc:picChg>
      </pc:sldChg>
      <pc:sldChg chg="addSp delSp modSp new mod">
        <pc:chgData name="teju arja" userId="5d02888f41080166" providerId="LiveId" clId="{00BDF0C4-E31A-4AB5-BD02-4C406A17AAF7}" dt="2026-10-24T10:29:54.261" v="211" actId="1076"/>
        <pc:sldMkLst>
          <pc:docMk/>
          <pc:sldMk cId="3759580082" sldId="266"/>
        </pc:sldMkLst>
        <pc:spChg chg="add mod">
          <ac:chgData name="teju arja" userId="5d02888f41080166" providerId="LiveId" clId="{00BDF0C4-E31A-4AB5-BD02-4C406A17AAF7}" dt="2026-10-24T10:24:55.518" v="173" actId="1076"/>
          <ac:spMkLst>
            <pc:docMk/>
            <pc:sldMk cId="3759580082" sldId="266"/>
            <ac:spMk id="2" creationId="{78CF311B-75DE-171C-F4F5-B052CE4F6C60}"/>
          </ac:spMkLst>
        </pc:spChg>
        <pc:spChg chg="add mod">
          <ac:chgData name="teju arja" userId="5d02888f41080166" providerId="LiveId" clId="{00BDF0C4-E31A-4AB5-BD02-4C406A17AAF7}" dt="2026-10-24T10:26:26.723" v="178" actId="1076"/>
          <ac:spMkLst>
            <pc:docMk/>
            <pc:sldMk cId="3759580082" sldId="266"/>
            <ac:spMk id="3" creationId="{943CE475-67F6-14B2-414C-E6AF3727A74F}"/>
          </ac:spMkLst>
        </pc:spChg>
        <pc:spChg chg="add del mod">
          <ac:chgData name="teju arja" userId="5d02888f41080166" providerId="LiveId" clId="{00BDF0C4-E31A-4AB5-BD02-4C406A17AAF7}" dt="2026-10-24T10:26:29.965" v="181"/>
          <ac:spMkLst>
            <pc:docMk/>
            <pc:sldMk cId="3759580082" sldId="266"/>
            <ac:spMk id="4" creationId="{25F1CA6E-C034-9789-18BE-D0A8795EDDCF}"/>
          </ac:spMkLst>
        </pc:spChg>
        <pc:spChg chg="add mod">
          <ac:chgData name="teju arja" userId="5d02888f41080166" providerId="LiveId" clId="{00BDF0C4-E31A-4AB5-BD02-4C406A17AAF7}" dt="2026-10-24T10:29:54.261" v="211" actId="1076"/>
          <ac:spMkLst>
            <pc:docMk/>
            <pc:sldMk cId="3759580082" sldId="266"/>
            <ac:spMk id="5" creationId="{A27B5323-D303-3E30-517E-669693FB5613}"/>
          </ac:spMkLst>
        </pc:spChg>
        <pc:spChg chg="add del mod">
          <ac:chgData name="teju arja" userId="5d02888f41080166" providerId="LiveId" clId="{00BDF0C4-E31A-4AB5-BD02-4C406A17AAF7}" dt="2026-10-24T10:26:43.491" v="202"/>
          <ac:spMkLst>
            <pc:docMk/>
            <pc:sldMk cId="3759580082" sldId="266"/>
            <ac:spMk id="6" creationId="{B847C2B6-6E50-FE9B-F456-16CA33F1C8D6}"/>
          </ac:spMkLst>
        </pc:spChg>
        <pc:spChg chg="add del mod">
          <ac:chgData name="teju arja" userId="5d02888f41080166" providerId="LiveId" clId="{00BDF0C4-E31A-4AB5-BD02-4C406A17AAF7}" dt="2026-10-24T10:29:06.366" v="205"/>
          <ac:spMkLst>
            <pc:docMk/>
            <pc:sldMk cId="3759580082" sldId="266"/>
            <ac:spMk id="7" creationId="{ADD962E8-9956-0CA9-9E56-05FC4B68FFD0}"/>
          </ac:spMkLst>
        </pc:spChg>
        <pc:spChg chg="add mod">
          <ac:chgData name="teju arja" userId="5d02888f41080166" providerId="LiveId" clId="{00BDF0C4-E31A-4AB5-BD02-4C406A17AAF7}" dt="2026-10-24T10:29:47.546" v="210" actId="1076"/>
          <ac:spMkLst>
            <pc:docMk/>
            <pc:sldMk cId="3759580082" sldId="266"/>
            <ac:spMk id="8" creationId="{7C41E229-575C-498F-24A4-A671487296BE}"/>
          </ac:spMkLst>
        </pc:spChg>
      </pc:sldChg>
      <pc:sldChg chg="addSp delSp modSp new mod">
        <pc:chgData name="teju arja" userId="5d02888f41080166" providerId="LiveId" clId="{00BDF0C4-E31A-4AB5-BD02-4C406A17AAF7}" dt="2026-10-24T10:31:18.487" v="234"/>
        <pc:sldMkLst>
          <pc:docMk/>
          <pc:sldMk cId="2682511870" sldId="267"/>
        </pc:sldMkLst>
        <pc:spChg chg="add mod">
          <ac:chgData name="teju arja" userId="5d02888f41080166" providerId="LiveId" clId="{00BDF0C4-E31A-4AB5-BD02-4C406A17AAF7}" dt="2026-10-24T10:30:59.306" v="228" actId="20577"/>
          <ac:spMkLst>
            <pc:docMk/>
            <pc:sldMk cId="2682511870" sldId="267"/>
            <ac:spMk id="2" creationId="{EAF12578-627B-4878-00BF-C8D1B979A85D}"/>
          </ac:spMkLst>
        </pc:spChg>
        <pc:spChg chg="add del mod">
          <ac:chgData name="teju arja" userId="5d02888f41080166" providerId="LiveId" clId="{00BDF0C4-E31A-4AB5-BD02-4C406A17AAF7}" dt="2026-10-24T10:31:18.487" v="234"/>
          <ac:spMkLst>
            <pc:docMk/>
            <pc:sldMk cId="2682511870" sldId="267"/>
            <ac:spMk id="3" creationId="{30086D8B-5985-B8E9-A4DE-CC5CAA711B83}"/>
          </ac:spMkLst>
        </pc:spChg>
        <pc:graphicFrameChg chg="add mod">
          <ac:chgData name="teju arja" userId="5d02888f41080166" providerId="LiveId" clId="{00BDF0C4-E31A-4AB5-BD02-4C406A17AAF7}" dt="2026-10-24T10:31:14.601" v="231" actId="1076"/>
          <ac:graphicFrameMkLst>
            <pc:docMk/>
            <pc:sldMk cId="2682511870" sldId="267"/>
            <ac:graphicFrameMk id="4" creationId="{3832DC5D-0D8D-5279-909F-5E8B192CCF87}"/>
          </ac:graphicFrameMkLst>
        </pc:graphicFrameChg>
      </pc:sldChg>
      <pc:sldChg chg="addSp delSp modSp new mod">
        <pc:chgData name="teju arja" userId="5d02888f41080166" providerId="LiveId" clId="{00BDF0C4-E31A-4AB5-BD02-4C406A17AAF7}" dt="2026-10-24T10:33:43.553" v="272"/>
        <pc:sldMkLst>
          <pc:docMk/>
          <pc:sldMk cId="1070384081" sldId="268"/>
        </pc:sldMkLst>
        <pc:spChg chg="add mod">
          <ac:chgData name="teju arja" userId="5d02888f41080166" providerId="LiveId" clId="{00BDF0C4-E31A-4AB5-BD02-4C406A17AAF7}" dt="2026-10-24T10:31:31.338" v="249" actId="20577"/>
          <ac:spMkLst>
            <pc:docMk/>
            <pc:sldMk cId="1070384081" sldId="268"/>
            <ac:spMk id="2" creationId="{8F2894CD-7E91-E59D-01A5-59E1D7834260}"/>
          </ac:spMkLst>
        </pc:spChg>
        <pc:spChg chg="add del mod">
          <ac:chgData name="teju arja" userId="5d02888f41080166" providerId="LiveId" clId="{00BDF0C4-E31A-4AB5-BD02-4C406A17AAF7}" dt="2026-10-24T10:33:10.107" v="265" actId="47"/>
          <ac:spMkLst>
            <pc:docMk/>
            <pc:sldMk cId="1070384081" sldId="268"/>
            <ac:spMk id="3" creationId="{8BF398B3-414B-B44C-5C78-3964C92BDF44}"/>
          </ac:spMkLst>
        </pc:spChg>
        <pc:spChg chg="add del mod">
          <ac:chgData name="teju arja" userId="5d02888f41080166" providerId="LiveId" clId="{00BDF0C4-E31A-4AB5-BD02-4C406A17AAF7}" dt="2026-10-24T10:33:08.964" v="264" actId="767"/>
          <ac:spMkLst>
            <pc:docMk/>
            <pc:sldMk cId="1070384081" sldId="268"/>
            <ac:spMk id="5" creationId="{5E9E58E6-05B9-EC6C-4511-3FF78FC2BDFE}"/>
          </ac:spMkLst>
        </pc:spChg>
        <pc:spChg chg="add del mod">
          <ac:chgData name="teju arja" userId="5d02888f41080166" providerId="LiveId" clId="{00BDF0C4-E31A-4AB5-BD02-4C406A17AAF7}" dt="2026-10-24T10:33:43.553" v="272"/>
          <ac:spMkLst>
            <pc:docMk/>
            <pc:sldMk cId="1070384081" sldId="268"/>
            <ac:spMk id="6" creationId="{346496DF-788A-E2CD-54E5-3545E95126B7}"/>
          </ac:spMkLst>
        </pc:spChg>
        <pc:graphicFrameChg chg="add mod modGraphic">
          <ac:chgData name="teju arja" userId="5d02888f41080166" providerId="LiveId" clId="{00BDF0C4-E31A-4AB5-BD02-4C406A17AAF7}" dt="2026-10-24T10:33:11.039" v="266" actId="1076"/>
          <ac:graphicFrameMkLst>
            <pc:docMk/>
            <pc:sldMk cId="1070384081" sldId="268"/>
            <ac:graphicFrameMk id="4" creationId="{76B1AEB9-A15A-D0DF-4E6D-80B87E498917}"/>
          </ac:graphicFrameMkLst>
        </pc:graphicFrameChg>
        <pc:graphicFrameChg chg="add mod modGraphic">
          <ac:chgData name="teju arja" userId="5d02888f41080166" providerId="LiveId" clId="{00BDF0C4-E31A-4AB5-BD02-4C406A17AAF7}" dt="2026-10-24T10:33:42.159" v="270" actId="1076"/>
          <ac:graphicFrameMkLst>
            <pc:docMk/>
            <pc:sldMk cId="1070384081" sldId="268"/>
            <ac:graphicFrameMk id="7" creationId="{66CD4270-5C2B-AAF9-A83D-0E7C1E4480AC}"/>
          </ac:graphicFrameMkLst>
        </pc:graphicFrameChg>
      </pc:sldChg>
      <pc:sldChg chg="addSp modSp new mod">
        <pc:chgData name="teju arja" userId="5d02888f41080166" providerId="LiveId" clId="{00BDF0C4-E31A-4AB5-BD02-4C406A17AAF7}" dt="2026-10-24T10:34:43.245" v="296" actId="14100"/>
        <pc:sldMkLst>
          <pc:docMk/>
          <pc:sldMk cId="881763091" sldId="269"/>
        </pc:sldMkLst>
        <pc:spChg chg="add mod">
          <ac:chgData name="teju arja" userId="5d02888f41080166" providerId="LiveId" clId="{00BDF0C4-E31A-4AB5-BD02-4C406A17AAF7}" dt="2026-10-24T10:33:58.699" v="290" actId="20577"/>
          <ac:spMkLst>
            <pc:docMk/>
            <pc:sldMk cId="881763091" sldId="269"/>
            <ac:spMk id="2" creationId="{47717A05-BE5C-3618-7E4F-4DEF8AB3C3C5}"/>
          </ac:spMkLst>
        </pc:spChg>
        <pc:picChg chg="add mod">
          <ac:chgData name="teju arja" userId="5d02888f41080166" providerId="LiveId" clId="{00BDF0C4-E31A-4AB5-BD02-4C406A17AAF7}" dt="2026-10-24T10:34:43.245" v="296" actId="14100"/>
          <ac:picMkLst>
            <pc:docMk/>
            <pc:sldMk cId="881763091" sldId="269"/>
            <ac:picMk id="4" creationId="{6710D1DB-B295-F9E0-720B-933EB6198B91}"/>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3A731-DC38-FE18-6A34-18651005CD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FDECAFB-C306-0A19-2461-DF68D12570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0754569-56A3-FAD0-6D2C-B28D3D853DA7}"/>
              </a:ext>
            </a:extLst>
          </p:cNvPr>
          <p:cNvSpPr>
            <a:spLocks noGrp="1"/>
          </p:cNvSpPr>
          <p:nvPr>
            <p:ph type="dt" sz="half" idx="10"/>
          </p:nvPr>
        </p:nvSpPr>
        <p:spPr/>
        <p:txBody>
          <a:bodyPr/>
          <a:lstStyle/>
          <a:p>
            <a:fld id="{767CD159-BFF5-43D2-B153-A4F4A065C7D1}" type="datetimeFigureOut">
              <a:rPr lang="en-IN" smtClean="0"/>
              <a:t>24-10-2026</a:t>
            </a:fld>
            <a:endParaRPr lang="en-IN"/>
          </a:p>
        </p:txBody>
      </p:sp>
      <p:sp>
        <p:nvSpPr>
          <p:cNvPr id="5" name="Footer Placeholder 4">
            <a:extLst>
              <a:ext uri="{FF2B5EF4-FFF2-40B4-BE49-F238E27FC236}">
                <a16:creationId xmlns:a16="http://schemas.microsoft.com/office/drawing/2014/main" id="{DA1D12D3-D053-FD41-9101-2A91F80DE3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F072A5-F71A-28DD-F7DB-685E11D5D2DB}"/>
              </a:ext>
            </a:extLst>
          </p:cNvPr>
          <p:cNvSpPr>
            <a:spLocks noGrp="1"/>
          </p:cNvSpPr>
          <p:nvPr>
            <p:ph type="sldNum" sz="quarter" idx="12"/>
          </p:nvPr>
        </p:nvSpPr>
        <p:spPr/>
        <p:txBody>
          <a:bodyPr/>
          <a:lstStyle/>
          <a:p>
            <a:fld id="{18957FFA-692E-4907-8BF6-BCDA71CA49CB}" type="slidenum">
              <a:rPr lang="en-IN" smtClean="0"/>
              <a:t>‹#›</a:t>
            </a:fld>
            <a:endParaRPr lang="en-IN"/>
          </a:p>
        </p:txBody>
      </p:sp>
    </p:spTree>
    <p:extLst>
      <p:ext uri="{BB962C8B-B14F-4D97-AF65-F5344CB8AC3E}">
        <p14:creationId xmlns:p14="http://schemas.microsoft.com/office/powerpoint/2010/main" val="12530364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55C1B-5365-FA62-31C2-5CE00655A0D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502A040-618C-A857-2B1A-3740C42D10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EDBB452-5D2B-4B8A-B5E8-30CFC646E5E1}"/>
              </a:ext>
            </a:extLst>
          </p:cNvPr>
          <p:cNvSpPr>
            <a:spLocks noGrp="1"/>
          </p:cNvSpPr>
          <p:nvPr>
            <p:ph type="dt" sz="half" idx="10"/>
          </p:nvPr>
        </p:nvSpPr>
        <p:spPr/>
        <p:txBody>
          <a:bodyPr/>
          <a:lstStyle/>
          <a:p>
            <a:fld id="{767CD159-BFF5-43D2-B153-A4F4A065C7D1}" type="datetimeFigureOut">
              <a:rPr lang="en-IN" smtClean="0"/>
              <a:t>24-10-2026</a:t>
            </a:fld>
            <a:endParaRPr lang="en-IN"/>
          </a:p>
        </p:txBody>
      </p:sp>
      <p:sp>
        <p:nvSpPr>
          <p:cNvPr id="5" name="Footer Placeholder 4">
            <a:extLst>
              <a:ext uri="{FF2B5EF4-FFF2-40B4-BE49-F238E27FC236}">
                <a16:creationId xmlns:a16="http://schemas.microsoft.com/office/drawing/2014/main" id="{4127D878-BC62-2158-4394-0521D10815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4BB075-4ACD-A276-CB41-C33897C32AA6}"/>
              </a:ext>
            </a:extLst>
          </p:cNvPr>
          <p:cNvSpPr>
            <a:spLocks noGrp="1"/>
          </p:cNvSpPr>
          <p:nvPr>
            <p:ph type="sldNum" sz="quarter" idx="12"/>
          </p:nvPr>
        </p:nvSpPr>
        <p:spPr/>
        <p:txBody>
          <a:bodyPr/>
          <a:lstStyle/>
          <a:p>
            <a:fld id="{18957FFA-692E-4907-8BF6-BCDA71CA49CB}" type="slidenum">
              <a:rPr lang="en-IN" smtClean="0"/>
              <a:t>‹#›</a:t>
            </a:fld>
            <a:endParaRPr lang="en-IN"/>
          </a:p>
        </p:txBody>
      </p:sp>
    </p:spTree>
    <p:extLst>
      <p:ext uri="{BB962C8B-B14F-4D97-AF65-F5344CB8AC3E}">
        <p14:creationId xmlns:p14="http://schemas.microsoft.com/office/powerpoint/2010/main" val="36703189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30DC1-F99C-834A-BA1D-E2D824DE5A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A817307-D731-3F9B-71D6-54EF7994BA6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B883263-700D-5617-4C16-FC66E6224590}"/>
              </a:ext>
            </a:extLst>
          </p:cNvPr>
          <p:cNvSpPr>
            <a:spLocks noGrp="1"/>
          </p:cNvSpPr>
          <p:nvPr>
            <p:ph type="dt" sz="half" idx="10"/>
          </p:nvPr>
        </p:nvSpPr>
        <p:spPr/>
        <p:txBody>
          <a:bodyPr/>
          <a:lstStyle/>
          <a:p>
            <a:fld id="{767CD159-BFF5-43D2-B153-A4F4A065C7D1}" type="datetimeFigureOut">
              <a:rPr lang="en-IN" smtClean="0"/>
              <a:t>24-10-2026</a:t>
            </a:fld>
            <a:endParaRPr lang="en-IN"/>
          </a:p>
        </p:txBody>
      </p:sp>
      <p:sp>
        <p:nvSpPr>
          <p:cNvPr id="5" name="Footer Placeholder 4">
            <a:extLst>
              <a:ext uri="{FF2B5EF4-FFF2-40B4-BE49-F238E27FC236}">
                <a16:creationId xmlns:a16="http://schemas.microsoft.com/office/drawing/2014/main" id="{571ED8EF-2F20-1A4B-B370-37BA8C479F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8E426C-6AD8-3A06-2A6B-B0DFF894941E}"/>
              </a:ext>
            </a:extLst>
          </p:cNvPr>
          <p:cNvSpPr>
            <a:spLocks noGrp="1"/>
          </p:cNvSpPr>
          <p:nvPr>
            <p:ph type="sldNum" sz="quarter" idx="12"/>
          </p:nvPr>
        </p:nvSpPr>
        <p:spPr/>
        <p:txBody>
          <a:bodyPr/>
          <a:lstStyle/>
          <a:p>
            <a:fld id="{18957FFA-692E-4907-8BF6-BCDA71CA49CB}" type="slidenum">
              <a:rPr lang="en-IN" smtClean="0"/>
              <a:t>‹#›</a:t>
            </a:fld>
            <a:endParaRPr lang="en-IN"/>
          </a:p>
        </p:txBody>
      </p:sp>
    </p:spTree>
    <p:extLst>
      <p:ext uri="{BB962C8B-B14F-4D97-AF65-F5344CB8AC3E}">
        <p14:creationId xmlns:p14="http://schemas.microsoft.com/office/powerpoint/2010/main" val="1404884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126FD-3230-2CAB-4CF6-B7FCEBAB9B5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3591514-6D40-830E-B017-9406A16F55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ED47A7E-056F-752A-FA1F-791093B155B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82EA2F3-A0B6-73BD-9F31-37AE9842EEA3}"/>
              </a:ext>
            </a:extLst>
          </p:cNvPr>
          <p:cNvSpPr>
            <a:spLocks noGrp="1"/>
          </p:cNvSpPr>
          <p:nvPr>
            <p:ph type="dt" sz="half" idx="10"/>
          </p:nvPr>
        </p:nvSpPr>
        <p:spPr/>
        <p:txBody>
          <a:bodyPr/>
          <a:lstStyle/>
          <a:p>
            <a:fld id="{767CD159-BFF5-43D2-B153-A4F4A065C7D1}" type="datetimeFigureOut">
              <a:rPr lang="en-IN" smtClean="0"/>
              <a:t>24-10-2026</a:t>
            </a:fld>
            <a:endParaRPr lang="en-IN"/>
          </a:p>
        </p:txBody>
      </p:sp>
      <p:sp>
        <p:nvSpPr>
          <p:cNvPr id="6" name="Footer Placeholder 5">
            <a:extLst>
              <a:ext uri="{FF2B5EF4-FFF2-40B4-BE49-F238E27FC236}">
                <a16:creationId xmlns:a16="http://schemas.microsoft.com/office/drawing/2014/main" id="{C0B0DA99-B666-80F7-19E2-60A89CFB0B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FD7F444-4287-EB20-4FFA-81616FB36A41}"/>
              </a:ext>
            </a:extLst>
          </p:cNvPr>
          <p:cNvSpPr>
            <a:spLocks noGrp="1"/>
          </p:cNvSpPr>
          <p:nvPr>
            <p:ph type="sldNum" sz="quarter" idx="12"/>
          </p:nvPr>
        </p:nvSpPr>
        <p:spPr/>
        <p:txBody>
          <a:bodyPr/>
          <a:lstStyle/>
          <a:p>
            <a:fld id="{18957FFA-692E-4907-8BF6-BCDA71CA49CB}" type="slidenum">
              <a:rPr lang="en-IN" smtClean="0"/>
              <a:t>‹#›</a:t>
            </a:fld>
            <a:endParaRPr lang="en-IN"/>
          </a:p>
        </p:txBody>
      </p:sp>
    </p:spTree>
    <p:extLst>
      <p:ext uri="{BB962C8B-B14F-4D97-AF65-F5344CB8AC3E}">
        <p14:creationId xmlns:p14="http://schemas.microsoft.com/office/powerpoint/2010/main" val="1352584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D8558-C7DE-E929-5A29-916FE7B510C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F2C9575-1818-07A8-D093-5C8091E504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1DDF0D-1EBC-DCBE-54CA-2CD3D37F2E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85EE6E5-2307-3478-BB04-399922FA14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0669A5-F042-126D-DF08-8AD185E73FA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45D295D-524B-D3F5-E6DA-846768D2A650}"/>
              </a:ext>
            </a:extLst>
          </p:cNvPr>
          <p:cNvSpPr>
            <a:spLocks noGrp="1"/>
          </p:cNvSpPr>
          <p:nvPr>
            <p:ph type="dt" sz="half" idx="10"/>
          </p:nvPr>
        </p:nvSpPr>
        <p:spPr/>
        <p:txBody>
          <a:bodyPr/>
          <a:lstStyle/>
          <a:p>
            <a:fld id="{767CD159-BFF5-43D2-B153-A4F4A065C7D1}" type="datetimeFigureOut">
              <a:rPr lang="en-IN" smtClean="0"/>
              <a:t>24-10-2026</a:t>
            </a:fld>
            <a:endParaRPr lang="en-IN"/>
          </a:p>
        </p:txBody>
      </p:sp>
      <p:sp>
        <p:nvSpPr>
          <p:cNvPr id="8" name="Footer Placeholder 7">
            <a:extLst>
              <a:ext uri="{FF2B5EF4-FFF2-40B4-BE49-F238E27FC236}">
                <a16:creationId xmlns:a16="http://schemas.microsoft.com/office/drawing/2014/main" id="{F2130308-C173-5334-7403-85AAFA22726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D5D354E-7D64-8B42-F19E-AEF5BFFD534B}"/>
              </a:ext>
            </a:extLst>
          </p:cNvPr>
          <p:cNvSpPr>
            <a:spLocks noGrp="1"/>
          </p:cNvSpPr>
          <p:nvPr>
            <p:ph type="sldNum" sz="quarter" idx="12"/>
          </p:nvPr>
        </p:nvSpPr>
        <p:spPr/>
        <p:txBody>
          <a:bodyPr/>
          <a:lstStyle/>
          <a:p>
            <a:fld id="{18957FFA-692E-4907-8BF6-BCDA71CA49CB}" type="slidenum">
              <a:rPr lang="en-IN" smtClean="0"/>
              <a:t>‹#›</a:t>
            </a:fld>
            <a:endParaRPr lang="en-IN"/>
          </a:p>
        </p:txBody>
      </p:sp>
    </p:spTree>
    <p:extLst>
      <p:ext uri="{BB962C8B-B14F-4D97-AF65-F5344CB8AC3E}">
        <p14:creationId xmlns:p14="http://schemas.microsoft.com/office/powerpoint/2010/main" val="998674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A03D5-4A6B-9004-48C8-AF3C5BA2737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BF0629D-5792-D275-335B-001268591286}"/>
              </a:ext>
            </a:extLst>
          </p:cNvPr>
          <p:cNvSpPr>
            <a:spLocks noGrp="1"/>
          </p:cNvSpPr>
          <p:nvPr>
            <p:ph type="dt" sz="half" idx="10"/>
          </p:nvPr>
        </p:nvSpPr>
        <p:spPr/>
        <p:txBody>
          <a:bodyPr/>
          <a:lstStyle/>
          <a:p>
            <a:fld id="{767CD159-BFF5-43D2-B153-A4F4A065C7D1}" type="datetimeFigureOut">
              <a:rPr lang="en-IN" smtClean="0"/>
              <a:t>24-10-2026</a:t>
            </a:fld>
            <a:endParaRPr lang="en-IN"/>
          </a:p>
        </p:txBody>
      </p:sp>
      <p:sp>
        <p:nvSpPr>
          <p:cNvPr id="4" name="Footer Placeholder 3">
            <a:extLst>
              <a:ext uri="{FF2B5EF4-FFF2-40B4-BE49-F238E27FC236}">
                <a16:creationId xmlns:a16="http://schemas.microsoft.com/office/drawing/2014/main" id="{A401C377-D16C-BB01-8D2E-5A32157E972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9887B1C-BEB5-490D-2AA2-7E0573DF7679}"/>
              </a:ext>
            </a:extLst>
          </p:cNvPr>
          <p:cNvSpPr>
            <a:spLocks noGrp="1"/>
          </p:cNvSpPr>
          <p:nvPr>
            <p:ph type="sldNum" sz="quarter" idx="12"/>
          </p:nvPr>
        </p:nvSpPr>
        <p:spPr/>
        <p:txBody>
          <a:bodyPr/>
          <a:lstStyle/>
          <a:p>
            <a:fld id="{18957FFA-692E-4907-8BF6-BCDA71CA49CB}" type="slidenum">
              <a:rPr lang="en-IN" smtClean="0"/>
              <a:t>‹#›</a:t>
            </a:fld>
            <a:endParaRPr lang="en-IN"/>
          </a:p>
        </p:txBody>
      </p:sp>
    </p:spTree>
    <p:extLst>
      <p:ext uri="{BB962C8B-B14F-4D97-AF65-F5344CB8AC3E}">
        <p14:creationId xmlns:p14="http://schemas.microsoft.com/office/powerpoint/2010/main" val="35099185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7FE80F-CD88-6D1B-CCE3-8D27378607F4}"/>
              </a:ext>
            </a:extLst>
          </p:cNvPr>
          <p:cNvSpPr>
            <a:spLocks noGrp="1"/>
          </p:cNvSpPr>
          <p:nvPr>
            <p:ph type="dt" sz="half" idx="10"/>
          </p:nvPr>
        </p:nvSpPr>
        <p:spPr/>
        <p:txBody>
          <a:bodyPr/>
          <a:lstStyle/>
          <a:p>
            <a:fld id="{767CD159-BFF5-43D2-B153-A4F4A065C7D1}" type="datetimeFigureOut">
              <a:rPr lang="en-IN" smtClean="0"/>
              <a:t>24-10-2026</a:t>
            </a:fld>
            <a:endParaRPr lang="en-IN"/>
          </a:p>
        </p:txBody>
      </p:sp>
      <p:sp>
        <p:nvSpPr>
          <p:cNvPr id="3" name="Footer Placeholder 2">
            <a:extLst>
              <a:ext uri="{FF2B5EF4-FFF2-40B4-BE49-F238E27FC236}">
                <a16:creationId xmlns:a16="http://schemas.microsoft.com/office/drawing/2014/main" id="{D753E640-1C61-3A94-6176-1E32A8AA8AF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F7CCD38-558F-4146-926D-90ECA3496647}"/>
              </a:ext>
            </a:extLst>
          </p:cNvPr>
          <p:cNvSpPr>
            <a:spLocks noGrp="1"/>
          </p:cNvSpPr>
          <p:nvPr>
            <p:ph type="sldNum" sz="quarter" idx="12"/>
          </p:nvPr>
        </p:nvSpPr>
        <p:spPr/>
        <p:txBody>
          <a:bodyPr/>
          <a:lstStyle/>
          <a:p>
            <a:fld id="{18957FFA-692E-4907-8BF6-BCDA71CA49CB}" type="slidenum">
              <a:rPr lang="en-IN" smtClean="0"/>
              <a:t>‹#›</a:t>
            </a:fld>
            <a:endParaRPr lang="en-IN"/>
          </a:p>
        </p:txBody>
      </p:sp>
    </p:spTree>
    <p:extLst>
      <p:ext uri="{BB962C8B-B14F-4D97-AF65-F5344CB8AC3E}">
        <p14:creationId xmlns:p14="http://schemas.microsoft.com/office/powerpoint/2010/main" val="450139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04A60-6E30-521C-A5C1-063941A800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DED3CD0-6734-80E7-0962-1C0679ECF4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800B36A-C90D-5741-2CA5-4D3D987322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CAD9D6-5471-B3E4-02B9-102F8EEC30CD}"/>
              </a:ext>
            </a:extLst>
          </p:cNvPr>
          <p:cNvSpPr>
            <a:spLocks noGrp="1"/>
          </p:cNvSpPr>
          <p:nvPr>
            <p:ph type="dt" sz="half" idx="10"/>
          </p:nvPr>
        </p:nvSpPr>
        <p:spPr/>
        <p:txBody>
          <a:bodyPr/>
          <a:lstStyle/>
          <a:p>
            <a:fld id="{767CD159-BFF5-43D2-B153-A4F4A065C7D1}" type="datetimeFigureOut">
              <a:rPr lang="en-IN" smtClean="0"/>
              <a:t>24-10-2026</a:t>
            </a:fld>
            <a:endParaRPr lang="en-IN"/>
          </a:p>
        </p:txBody>
      </p:sp>
      <p:sp>
        <p:nvSpPr>
          <p:cNvPr id="6" name="Footer Placeholder 5">
            <a:extLst>
              <a:ext uri="{FF2B5EF4-FFF2-40B4-BE49-F238E27FC236}">
                <a16:creationId xmlns:a16="http://schemas.microsoft.com/office/drawing/2014/main" id="{15F75276-1C5C-79D1-2B18-9024DCB88C0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5F011E1-1B5E-EE70-7FE2-CB75A5D820EF}"/>
              </a:ext>
            </a:extLst>
          </p:cNvPr>
          <p:cNvSpPr>
            <a:spLocks noGrp="1"/>
          </p:cNvSpPr>
          <p:nvPr>
            <p:ph type="sldNum" sz="quarter" idx="12"/>
          </p:nvPr>
        </p:nvSpPr>
        <p:spPr/>
        <p:txBody>
          <a:bodyPr/>
          <a:lstStyle/>
          <a:p>
            <a:fld id="{18957FFA-692E-4907-8BF6-BCDA71CA49CB}" type="slidenum">
              <a:rPr lang="en-IN" smtClean="0"/>
              <a:t>‹#›</a:t>
            </a:fld>
            <a:endParaRPr lang="en-IN"/>
          </a:p>
        </p:txBody>
      </p:sp>
    </p:spTree>
    <p:extLst>
      <p:ext uri="{BB962C8B-B14F-4D97-AF65-F5344CB8AC3E}">
        <p14:creationId xmlns:p14="http://schemas.microsoft.com/office/powerpoint/2010/main" val="2813190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08381-E0FC-1EC5-CBEA-C0F9D7980A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EFEF8DD-40AB-F99B-2411-6A54EF0DB956}"/>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0131454-1F76-A9E2-1B8E-3A782D5881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755D53-938F-DF22-664E-C2A70D085D63}"/>
              </a:ext>
            </a:extLst>
          </p:cNvPr>
          <p:cNvSpPr>
            <a:spLocks noGrp="1"/>
          </p:cNvSpPr>
          <p:nvPr>
            <p:ph type="dt" sz="half" idx="10"/>
          </p:nvPr>
        </p:nvSpPr>
        <p:spPr/>
        <p:txBody>
          <a:bodyPr/>
          <a:lstStyle/>
          <a:p>
            <a:fld id="{767CD159-BFF5-43D2-B153-A4F4A065C7D1}" type="datetimeFigureOut">
              <a:rPr lang="en-IN" smtClean="0"/>
              <a:t>24-10-2026</a:t>
            </a:fld>
            <a:endParaRPr lang="en-IN"/>
          </a:p>
        </p:txBody>
      </p:sp>
      <p:sp>
        <p:nvSpPr>
          <p:cNvPr id="6" name="Footer Placeholder 5">
            <a:extLst>
              <a:ext uri="{FF2B5EF4-FFF2-40B4-BE49-F238E27FC236}">
                <a16:creationId xmlns:a16="http://schemas.microsoft.com/office/drawing/2014/main" id="{DBAE3EA4-918C-59B6-5A56-9F8421EE10F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223EEAA-9F90-ACF7-69B2-3CC013FCC174}"/>
              </a:ext>
            </a:extLst>
          </p:cNvPr>
          <p:cNvSpPr>
            <a:spLocks noGrp="1"/>
          </p:cNvSpPr>
          <p:nvPr>
            <p:ph type="sldNum" sz="quarter" idx="12"/>
          </p:nvPr>
        </p:nvSpPr>
        <p:spPr/>
        <p:txBody>
          <a:bodyPr/>
          <a:lstStyle/>
          <a:p>
            <a:fld id="{18957FFA-692E-4907-8BF6-BCDA71CA49CB}" type="slidenum">
              <a:rPr lang="en-IN" smtClean="0"/>
              <a:t>‹#›</a:t>
            </a:fld>
            <a:endParaRPr lang="en-IN"/>
          </a:p>
        </p:txBody>
      </p:sp>
    </p:spTree>
    <p:extLst>
      <p:ext uri="{BB962C8B-B14F-4D97-AF65-F5344CB8AC3E}">
        <p14:creationId xmlns:p14="http://schemas.microsoft.com/office/powerpoint/2010/main" val="3271795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DCA29-8DEB-84FC-B5D4-4D38270B320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089CDAA-450C-7869-7941-694B76593A7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B446B0B-3095-B796-83D7-8F21AED0AC75}"/>
              </a:ext>
            </a:extLst>
          </p:cNvPr>
          <p:cNvSpPr>
            <a:spLocks noGrp="1"/>
          </p:cNvSpPr>
          <p:nvPr>
            <p:ph type="dt" sz="half" idx="10"/>
          </p:nvPr>
        </p:nvSpPr>
        <p:spPr/>
        <p:txBody>
          <a:bodyPr/>
          <a:lstStyle/>
          <a:p>
            <a:fld id="{767CD159-BFF5-43D2-B153-A4F4A065C7D1}" type="datetimeFigureOut">
              <a:rPr lang="en-IN" smtClean="0"/>
              <a:t>24-10-2026</a:t>
            </a:fld>
            <a:endParaRPr lang="en-IN"/>
          </a:p>
        </p:txBody>
      </p:sp>
      <p:sp>
        <p:nvSpPr>
          <p:cNvPr id="5" name="Footer Placeholder 4">
            <a:extLst>
              <a:ext uri="{FF2B5EF4-FFF2-40B4-BE49-F238E27FC236}">
                <a16:creationId xmlns:a16="http://schemas.microsoft.com/office/drawing/2014/main" id="{E1C40DA8-478B-7990-4B2A-D7E8129ADE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1327B2-2C0D-E489-A688-D6C54B6DBC52}"/>
              </a:ext>
            </a:extLst>
          </p:cNvPr>
          <p:cNvSpPr>
            <a:spLocks noGrp="1"/>
          </p:cNvSpPr>
          <p:nvPr>
            <p:ph type="sldNum" sz="quarter" idx="12"/>
          </p:nvPr>
        </p:nvSpPr>
        <p:spPr/>
        <p:txBody>
          <a:bodyPr/>
          <a:lstStyle/>
          <a:p>
            <a:fld id="{18957FFA-692E-4907-8BF6-BCDA71CA49CB}" type="slidenum">
              <a:rPr lang="en-IN" smtClean="0"/>
              <a:t>‹#›</a:t>
            </a:fld>
            <a:endParaRPr lang="en-IN"/>
          </a:p>
        </p:txBody>
      </p:sp>
    </p:spTree>
    <p:extLst>
      <p:ext uri="{BB962C8B-B14F-4D97-AF65-F5344CB8AC3E}">
        <p14:creationId xmlns:p14="http://schemas.microsoft.com/office/powerpoint/2010/main" val="2013704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F91839-45CF-82D6-BC16-4551E4A23D1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E610D2F-15EC-BD04-2606-43CAC82BFB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C68BAC-8C02-1416-C725-BAA26149D06E}"/>
              </a:ext>
            </a:extLst>
          </p:cNvPr>
          <p:cNvSpPr>
            <a:spLocks noGrp="1"/>
          </p:cNvSpPr>
          <p:nvPr>
            <p:ph type="dt" sz="half" idx="10"/>
          </p:nvPr>
        </p:nvSpPr>
        <p:spPr/>
        <p:txBody>
          <a:bodyPr/>
          <a:lstStyle/>
          <a:p>
            <a:fld id="{767CD159-BFF5-43D2-B153-A4F4A065C7D1}" type="datetimeFigureOut">
              <a:rPr lang="en-IN" smtClean="0"/>
              <a:t>24-10-2026</a:t>
            </a:fld>
            <a:endParaRPr lang="en-IN"/>
          </a:p>
        </p:txBody>
      </p:sp>
      <p:sp>
        <p:nvSpPr>
          <p:cNvPr id="5" name="Footer Placeholder 4">
            <a:extLst>
              <a:ext uri="{FF2B5EF4-FFF2-40B4-BE49-F238E27FC236}">
                <a16:creationId xmlns:a16="http://schemas.microsoft.com/office/drawing/2014/main" id="{6D5A3F4A-C2C3-CBDA-7C2F-923C2AD7A8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E84B8E-8B30-D52B-E3D1-2FCAC0077D7A}"/>
              </a:ext>
            </a:extLst>
          </p:cNvPr>
          <p:cNvSpPr>
            <a:spLocks noGrp="1"/>
          </p:cNvSpPr>
          <p:nvPr>
            <p:ph type="sldNum" sz="quarter" idx="12"/>
          </p:nvPr>
        </p:nvSpPr>
        <p:spPr/>
        <p:txBody>
          <a:bodyPr/>
          <a:lstStyle/>
          <a:p>
            <a:fld id="{18957FFA-692E-4907-8BF6-BCDA71CA49CB}" type="slidenum">
              <a:rPr lang="en-IN" smtClean="0"/>
              <a:t>‹#›</a:t>
            </a:fld>
            <a:endParaRPr lang="en-IN"/>
          </a:p>
        </p:txBody>
      </p:sp>
    </p:spTree>
    <p:extLst>
      <p:ext uri="{BB962C8B-B14F-4D97-AF65-F5344CB8AC3E}">
        <p14:creationId xmlns:p14="http://schemas.microsoft.com/office/powerpoint/2010/main" val="39222592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DEDE6F-B5EF-73A7-892B-873A9749FE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EB8E1F9-274E-B331-993D-0B6257C505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FFC321-EEEB-7909-72C0-250F759BED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67CD159-BFF5-43D2-B153-A4F4A065C7D1}" type="datetimeFigureOut">
              <a:rPr lang="en-IN" smtClean="0"/>
              <a:t>24-10-2026</a:t>
            </a:fld>
            <a:endParaRPr lang="en-IN"/>
          </a:p>
        </p:txBody>
      </p:sp>
      <p:sp>
        <p:nvSpPr>
          <p:cNvPr id="5" name="Footer Placeholder 4">
            <a:extLst>
              <a:ext uri="{FF2B5EF4-FFF2-40B4-BE49-F238E27FC236}">
                <a16:creationId xmlns:a16="http://schemas.microsoft.com/office/drawing/2014/main" id="{2538DA1C-A0BC-C4D1-1A63-E540647FFA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A6D30F2-9FEB-EBEA-D01A-8DA3EB5371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8957FFA-692E-4907-8BF6-BCDA71CA49CB}" type="slidenum">
              <a:rPr lang="en-IN" smtClean="0"/>
              <a:t>‹#›</a:t>
            </a:fld>
            <a:endParaRPr lang="en-IN"/>
          </a:p>
        </p:txBody>
      </p:sp>
    </p:spTree>
    <p:extLst>
      <p:ext uri="{BB962C8B-B14F-4D97-AF65-F5344CB8AC3E}">
        <p14:creationId xmlns:p14="http://schemas.microsoft.com/office/powerpoint/2010/main" val="38334895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70E1ED-8736-4A9D-59FC-40BDEE90E967}"/>
              </a:ext>
            </a:extLst>
          </p:cNvPr>
          <p:cNvSpPr txBox="1"/>
          <p:nvPr/>
        </p:nvSpPr>
        <p:spPr>
          <a:xfrm>
            <a:off x="403860" y="1158240"/>
            <a:ext cx="3497580" cy="1477328"/>
          </a:xfrm>
          <a:prstGeom prst="rect">
            <a:avLst/>
          </a:prstGeom>
          <a:noFill/>
        </p:spPr>
        <p:txBody>
          <a:bodyPr wrap="square" rtlCol="0">
            <a:spAutoFit/>
          </a:bodyPr>
          <a:lstStyle/>
          <a:p>
            <a:pPr algn="just"/>
            <a:r>
              <a:rPr lang="en-IN" dirty="0" err="1"/>
              <a:t>Name:Tejaswi.Arja</a:t>
            </a:r>
            <a:endParaRPr lang="en-IN" dirty="0"/>
          </a:p>
          <a:p>
            <a:pPr algn="just"/>
            <a:r>
              <a:rPr lang="en-IN" dirty="0"/>
              <a:t>Section:</a:t>
            </a:r>
            <a:r>
              <a:rPr lang="en-IN" dirty="0">
                <a:solidFill>
                  <a:schemeClr val="accent2">
                    <a:lumMod val="75000"/>
                  </a:schemeClr>
                </a:solidFill>
              </a:rPr>
              <a:t>CSE1</a:t>
            </a:r>
          </a:p>
          <a:p>
            <a:pPr algn="just"/>
            <a:r>
              <a:rPr lang="en-IN" dirty="0"/>
              <a:t>Roll no:26000008</a:t>
            </a:r>
          </a:p>
          <a:p>
            <a:pPr algn="just"/>
            <a:r>
              <a:rPr lang="en-IN" dirty="0"/>
              <a:t>Year:2026-2030</a:t>
            </a:r>
          </a:p>
          <a:p>
            <a:pPr algn="just"/>
            <a:endParaRPr lang="en-IN" dirty="0"/>
          </a:p>
        </p:txBody>
      </p:sp>
      <p:sp>
        <p:nvSpPr>
          <p:cNvPr id="3" name="TextBox 2">
            <a:extLst>
              <a:ext uri="{FF2B5EF4-FFF2-40B4-BE49-F238E27FC236}">
                <a16:creationId xmlns:a16="http://schemas.microsoft.com/office/drawing/2014/main" id="{46DA9906-2145-8132-EF18-A8CF39F1ADC6}"/>
              </a:ext>
            </a:extLst>
          </p:cNvPr>
          <p:cNvSpPr txBox="1"/>
          <p:nvPr/>
        </p:nvSpPr>
        <p:spPr>
          <a:xfrm>
            <a:off x="3352800" y="320040"/>
            <a:ext cx="4030980" cy="400110"/>
          </a:xfrm>
          <a:prstGeom prst="rect">
            <a:avLst/>
          </a:prstGeom>
          <a:noFill/>
        </p:spPr>
        <p:txBody>
          <a:bodyPr wrap="square" numCol="1" rtlCol="0">
            <a:spAutoFit/>
          </a:bodyPr>
          <a:lstStyle/>
          <a:p>
            <a:pPr algn="ctr"/>
            <a:r>
              <a:rPr lang="en-IN" sz="2000" dirty="0"/>
              <a:t>ACTIVITY BASED LEARNING</a:t>
            </a:r>
          </a:p>
        </p:txBody>
      </p:sp>
    </p:spTree>
    <p:extLst>
      <p:ext uri="{BB962C8B-B14F-4D97-AF65-F5344CB8AC3E}">
        <p14:creationId xmlns:p14="http://schemas.microsoft.com/office/powerpoint/2010/main" val="15986161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A23CB05-B76B-48F6-F01B-D79949F0621A}"/>
              </a:ext>
            </a:extLst>
          </p:cNvPr>
          <p:cNvSpPr txBox="1"/>
          <p:nvPr/>
        </p:nvSpPr>
        <p:spPr>
          <a:xfrm>
            <a:off x="327660" y="1425416"/>
            <a:ext cx="10485120" cy="923330"/>
          </a:xfrm>
          <a:prstGeom prst="rect">
            <a:avLst/>
          </a:prstGeom>
          <a:noFill/>
        </p:spPr>
        <p:txBody>
          <a:bodyPr wrap="square">
            <a:spAutoFit/>
          </a:bodyPr>
          <a:lstStyle/>
          <a:p>
            <a:r>
              <a:rPr lang="en-IN" dirty="0"/>
              <a:t>Design a college website displaying institutional information, departments, courses, faculty profiles, admissions procedures, campus facilities, events, and contact details. Create a navigation bar, banner, and responsive information cards. </a:t>
            </a:r>
          </a:p>
        </p:txBody>
      </p:sp>
      <p:sp>
        <p:nvSpPr>
          <p:cNvPr id="5" name="TextBox 4">
            <a:extLst>
              <a:ext uri="{FF2B5EF4-FFF2-40B4-BE49-F238E27FC236}">
                <a16:creationId xmlns:a16="http://schemas.microsoft.com/office/drawing/2014/main" id="{B2122906-09DB-F2E2-76E3-EA01C246C526}"/>
              </a:ext>
            </a:extLst>
          </p:cNvPr>
          <p:cNvSpPr txBox="1"/>
          <p:nvPr/>
        </p:nvSpPr>
        <p:spPr>
          <a:xfrm>
            <a:off x="411480" y="3770591"/>
            <a:ext cx="9090660" cy="1477328"/>
          </a:xfrm>
          <a:prstGeom prst="rect">
            <a:avLst/>
          </a:prstGeom>
          <a:noFill/>
        </p:spPr>
        <p:txBody>
          <a:bodyPr wrap="square" rtlCol="0">
            <a:spAutoFit/>
          </a:bodyPr>
          <a:lstStyle/>
          <a:p>
            <a:r>
              <a:rPr lang="en-IN" dirty="0"/>
              <a:t>The College Information and Admissions Website is a simple website designed to provide basic information about DR. RVR NRI University. It includes a navigation bar, welcome banner, departments, faculty, admissions, campus facilities, and contact details. HTML is used to structure the webpage, and CSS is used to improve its appearance with </a:t>
            </a:r>
            <a:r>
              <a:rPr lang="en-IN" dirty="0" err="1"/>
              <a:t>colors</a:t>
            </a:r>
            <a:r>
              <a:rPr lang="en-IN" dirty="0"/>
              <a:t>, spacing, and responsive cards.</a:t>
            </a:r>
          </a:p>
        </p:txBody>
      </p:sp>
      <p:sp>
        <p:nvSpPr>
          <p:cNvPr id="6" name="TextBox 5">
            <a:extLst>
              <a:ext uri="{FF2B5EF4-FFF2-40B4-BE49-F238E27FC236}">
                <a16:creationId xmlns:a16="http://schemas.microsoft.com/office/drawing/2014/main" id="{E33C1F1C-96C4-C61F-221F-C55CDCEC97BB}"/>
              </a:ext>
            </a:extLst>
          </p:cNvPr>
          <p:cNvSpPr txBox="1"/>
          <p:nvPr/>
        </p:nvSpPr>
        <p:spPr>
          <a:xfrm>
            <a:off x="411480" y="3244334"/>
            <a:ext cx="2308860" cy="369332"/>
          </a:xfrm>
          <a:prstGeom prst="rect">
            <a:avLst/>
          </a:prstGeom>
          <a:noFill/>
        </p:spPr>
        <p:txBody>
          <a:bodyPr wrap="square" rtlCol="0">
            <a:spAutoFit/>
          </a:bodyPr>
          <a:lstStyle/>
          <a:p>
            <a:r>
              <a:rPr lang="en-IN" dirty="0"/>
              <a:t>EXPLANATION:</a:t>
            </a:r>
          </a:p>
        </p:txBody>
      </p:sp>
      <p:sp>
        <p:nvSpPr>
          <p:cNvPr id="10" name="TextBox 9">
            <a:extLst>
              <a:ext uri="{FF2B5EF4-FFF2-40B4-BE49-F238E27FC236}">
                <a16:creationId xmlns:a16="http://schemas.microsoft.com/office/drawing/2014/main" id="{07D7429A-2318-E752-C7E4-640A065DF81C}"/>
              </a:ext>
            </a:extLst>
          </p:cNvPr>
          <p:cNvSpPr txBox="1"/>
          <p:nvPr/>
        </p:nvSpPr>
        <p:spPr>
          <a:xfrm>
            <a:off x="4381500" y="426720"/>
            <a:ext cx="2476500" cy="369332"/>
          </a:xfrm>
          <a:prstGeom prst="rect">
            <a:avLst/>
          </a:prstGeom>
          <a:noFill/>
        </p:spPr>
        <p:txBody>
          <a:bodyPr wrap="square" rtlCol="0">
            <a:spAutoFit/>
          </a:bodyPr>
          <a:lstStyle/>
          <a:p>
            <a:r>
              <a:rPr lang="en-IN" dirty="0"/>
              <a:t>CASE STUDY 2</a:t>
            </a:r>
          </a:p>
        </p:txBody>
      </p:sp>
    </p:spTree>
    <p:extLst>
      <p:ext uri="{BB962C8B-B14F-4D97-AF65-F5344CB8AC3E}">
        <p14:creationId xmlns:p14="http://schemas.microsoft.com/office/powerpoint/2010/main" val="23204312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141A55F-EA32-74F7-C040-4D695DB3BDA3}"/>
              </a:ext>
            </a:extLst>
          </p:cNvPr>
          <p:cNvGraphicFramePr>
            <a:graphicFrameLocks noGrp="1"/>
          </p:cNvGraphicFramePr>
          <p:nvPr>
            <p:extLst>
              <p:ext uri="{D42A27DB-BD31-4B8C-83A1-F6EECF244321}">
                <p14:modId xmlns:p14="http://schemas.microsoft.com/office/powerpoint/2010/main" val="3485409836"/>
              </p:ext>
            </p:extLst>
          </p:nvPr>
        </p:nvGraphicFramePr>
        <p:xfrm>
          <a:off x="701040" y="1212473"/>
          <a:ext cx="8935784" cy="4433054"/>
        </p:xfrm>
        <a:graphic>
          <a:graphicData uri="http://schemas.openxmlformats.org/drawingml/2006/table">
            <a:tbl>
              <a:tblPr>
                <a:tableStyleId>{5C22544A-7EE6-4342-B048-85BDC9FD1C3A}</a:tableStyleId>
              </a:tblPr>
              <a:tblGrid>
                <a:gridCol w="4467892">
                  <a:extLst>
                    <a:ext uri="{9D8B030D-6E8A-4147-A177-3AD203B41FA5}">
                      <a16:colId xmlns:a16="http://schemas.microsoft.com/office/drawing/2014/main" val="2176482189"/>
                    </a:ext>
                  </a:extLst>
                </a:gridCol>
                <a:gridCol w="4467892">
                  <a:extLst>
                    <a:ext uri="{9D8B030D-6E8A-4147-A177-3AD203B41FA5}">
                      <a16:colId xmlns:a16="http://schemas.microsoft.com/office/drawing/2014/main" val="625944311"/>
                    </a:ext>
                  </a:extLst>
                </a:gridCol>
              </a:tblGrid>
              <a:tr h="310810">
                <a:tc>
                  <a:txBody>
                    <a:bodyPr/>
                    <a:lstStyle/>
                    <a:p>
                      <a:pPr>
                        <a:buNone/>
                      </a:pPr>
                      <a:r>
                        <a:rPr lang="en-IN" sz="1500" dirty="0"/>
                        <a:t>Tag</a:t>
                      </a:r>
                    </a:p>
                  </a:txBody>
                  <a:tcPr marL="77702" marR="77702" marT="38851" marB="38851" anchor="ctr"/>
                </a:tc>
                <a:tc>
                  <a:txBody>
                    <a:bodyPr/>
                    <a:lstStyle/>
                    <a:p>
                      <a:pPr>
                        <a:buNone/>
                      </a:pPr>
                      <a:r>
                        <a:rPr lang="en-IN" sz="1500"/>
                        <a:t>Purpose</a:t>
                      </a:r>
                    </a:p>
                  </a:txBody>
                  <a:tcPr marL="77702" marR="77702" marT="38851" marB="38851" anchor="ctr"/>
                </a:tc>
                <a:extLst>
                  <a:ext uri="{0D108BD9-81ED-4DB2-BD59-A6C34878D82A}">
                    <a16:rowId xmlns:a16="http://schemas.microsoft.com/office/drawing/2014/main" val="2568548482"/>
                  </a:ext>
                </a:extLst>
              </a:tr>
              <a:tr h="310810">
                <a:tc>
                  <a:txBody>
                    <a:bodyPr/>
                    <a:lstStyle/>
                    <a:p>
                      <a:pPr>
                        <a:buNone/>
                      </a:pPr>
                      <a:r>
                        <a:rPr lang="en-IN" sz="1500"/>
                        <a:t>&lt;!DOCTYPE html&gt;</a:t>
                      </a:r>
                    </a:p>
                  </a:txBody>
                  <a:tcPr marL="77702" marR="77702" marT="38851" marB="38851" anchor="ctr"/>
                </a:tc>
                <a:tc>
                  <a:txBody>
                    <a:bodyPr/>
                    <a:lstStyle/>
                    <a:p>
                      <a:pPr>
                        <a:buNone/>
                      </a:pPr>
                      <a:r>
                        <a:rPr lang="en-IN" sz="1500"/>
                        <a:t>Defines the document as HTML5.</a:t>
                      </a:r>
                    </a:p>
                  </a:txBody>
                  <a:tcPr marL="77702" marR="77702" marT="38851" marB="38851" anchor="ctr"/>
                </a:tc>
                <a:extLst>
                  <a:ext uri="{0D108BD9-81ED-4DB2-BD59-A6C34878D82A}">
                    <a16:rowId xmlns:a16="http://schemas.microsoft.com/office/drawing/2014/main" val="343896343"/>
                  </a:ext>
                </a:extLst>
              </a:tr>
              <a:tr h="310810">
                <a:tc>
                  <a:txBody>
                    <a:bodyPr/>
                    <a:lstStyle/>
                    <a:p>
                      <a:pPr>
                        <a:buNone/>
                      </a:pPr>
                      <a:r>
                        <a:rPr lang="en-IN" sz="1500"/>
                        <a:t>&lt;html&gt;</a:t>
                      </a:r>
                    </a:p>
                  </a:txBody>
                  <a:tcPr marL="77702" marR="77702" marT="38851" marB="38851" anchor="ctr"/>
                </a:tc>
                <a:tc>
                  <a:txBody>
                    <a:bodyPr/>
                    <a:lstStyle/>
                    <a:p>
                      <a:pPr>
                        <a:buNone/>
                      </a:pPr>
                      <a:r>
                        <a:rPr lang="en-IN" sz="1500"/>
                        <a:t>Root element of the webpage.</a:t>
                      </a:r>
                    </a:p>
                  </a:txBody>
                  <a:tcPr marL="77702" marR="77702" marT="38851" marB="38851" anchor="ctr"/>
                </a:tc>
                <a:extLst>
                  <a:ext uri="{0D108BD9-81ED-4DB2-BD59-A6C34878D82A}">
                    <a16:rowId xmlns:a16="http://schemas.microsoft.com/office/drawing/2014/main" val="2415600873"/>
                  </a:ext>
                </a:extLst>
              </a:tr>
              <a:tr h="310810">
                <a:tc>
                  <a:txBody>
                    <a:bodyPr/>
                    <a:lstStyle/>
                    <a:p>
                      <a:pPr>
                        <a:buNone/>
                      </a:pPr>
                      <a:r>
                        <a:rPr lang="en-IN" sz="1500"/>
                        <a:t>&lt;head&gt;</a:t>
                      </a:r>
                    </a:p>
                  </a:txBody>
                  <a:tcPr marL="77702" marR="77702" marT="38851" marB="38851" anchor="ctr"/>
                </a:tc>
                <a:tc>
                  <a:txBody>
                    <a:bodyPr/>
                    <a:lstStyle/>
                    <a:p>
                      <a:pPr>
                        <a:buNone/>
                      </a:pPr>
                      <a:r>
                        <a:rPr lang="en-IN" sz="1500"/>
                        <a:t>Contains page information and CSS.</a:t>
                      </a:r>
                    </a:p>
                  </a:txBody>
                  <a:tcPr marL="77702" marR="77702" marT="38851" marB="38851" anchor="ctr"/>
                </a:tc>
                <a:extLst>
                  <a:ext uri="{0D108BD9-81ED-4DB2-BD59-A6C34878D82A}">
                    <a16:rowId xmlns:a16="http://schemas.microsoft.com/office/drawing/2014/main" val="1669275877"/>
                  </a:ext>
                </a:extLst>
              </a:tr>
              <a:tr h="310810">
                <a:tc>
                  <a:txBody>
                    <a:bodyPr/>
                    <a:lstStyle/>
                    <a:p>
                      <a:pPr>
                        <a:buNone/>
                      </a:pPr>
                      <a:r>
                        <a:rPr lang="en-IN" sz="1500"/>
                        <a:t>&lt;title&gt;</a:t>
                      </a:r>
                    </a:p>
                  </a:txBody>
                  <a:tcPr marL="77702" marR="77702" marT="38851" marB="38851" anchor="ctr"/>
                </a:tc>
                <a:tc>
                  <a:txBody>
                    <a:bodyPr/>
                    <a:lstStyle/>
                    <a:p>
                      <a:pPr>
                        <a:buNone/>
                      </a:pPr>
                      <a:r>
                        <a:rPr lang="en-IN" sz="1500"/>
                        <a:t>Sets the browser tab title.</a:t>
                      </a:r>
                    </a:p>
                  </a:txBody>
                  <a:tcPr marL="77702" marR="77702" marT="38851" marB="38851" anchor="ctr"/>
                </a:tc>
                <a:extLst>
                  <a:ext uri="{0D108BD9-81ED-4DB2-BD59-A6C34878D82A}">
                    <a16:rowId xmlns:a16="http://schemas.microsoft.com/office/drawing/2014/main" val="2218611258"/>
                  </a:ext>
                </a:extLst>
              </a:tr>
              <a:tr h="310810">
                <a:tc>
                  <a:txBody>
                    <a:bodyPr/>
                    <a:lstStyle/>
                    <a:p>
                      <a:pPr>
                        <a:buNone/>
                      </a:pPr>
                      <a:r>
                        <a:rPr lang="en-IN" sz="1500"/>
                        <a:t>&lt;style&gt;</a:t>
                      </a:r>
                    </a:p>
                  </a:txBody>
                  <a:tcPr marL="77702" marR="77702" marT="38851" marB="38851" anchor="ctr"/>
                </a:tc>
                <a:tc>
                  <a:txBody>
                    <a:bodyPr/>
                    <a:lstStyle/>
                    <a:p>
                      <a:pPr>
                        <a:buNone/>
                      </a:pPr>
                      <a:r>
                        <a:rPr lang="en-IN" sz="1500"/>
                        <a:t>Adds CSS styling to the webpage.</a:t>
                      </a:r>
                    </a:p>
                  </a:txBody>
                  <a:tcPr marL="77702" marR="77702" marT="38851" marB="38851" anchor="ctr"/>
                </a:tc>
                <a:extLst>
                  <a:ext uri="{0D108BD9-81ED-4DB2-BD59-A6C34878D82A}">
                    <a16:rowId xmlns:a16="http://schemas.microsoft.com/office/drawing/2014/main" val="1939584980"/>
                  </a:ext>
                </a:extLst>
              </a:tr>
              <a:tr h="310810">
                <a:tc>
                  <a:txBody>
                    <a:bodyPr/>
                    <a:lstStyle/>
                    <a:p>
                      <a:pPr>
                        <a:buNone/>
                      </a:pPr>
                      <a:r>
                        <a:rPr lang="en-IN" sz="1500"/>
                        <a:t>&lt;body&gt;</a:t>
                      </a:r>
                    </a:p>
                  </a:txBody>
                  <a:tcPr marL="77702" marR="77702" marT="38851" marB="38851" anchor="ctr"/>
                </a:tc>
                <a:tc>
                  <a:txBody>
                    <a:bodyPr/>
                    <a:lstStyle/>
                    <a:p>
                      <a:pPr>
                        <a:buNone/>
                      </a:pPr>
                      <a:r>
                        <a:rPr lang="en-IN" sz="1500"/>
                        <a:t>Contains all visible webpage content.</a:t>
                      </a:r>
                    </a:p>
                  </a:txBody>
                  <a:tcPr marL="77702" marR="77702" marT="38851" marB="38851" anchor="ctr"/>
                </a:tc>
                <a:extLst>
                  <a:ext uri="{0D108BD9-81ED-4DB2-BD59-A6C34878D82A}">
                    <a16:rowId xmlns:a16="http://schemas.microsoft.com/office/drawing/2014/main" val="43411927"/>
                  </a:ext>
                </a:extLst>
              </a:tr>
              <a:tr h="310810">
                <a:tc>
                  <a:txBody>
                    <a:bodyPr/>
                    <a:lstStyle/>
                    <a:p>
                      <a:pPr>
                        <a:buNone/>
                      </a:pPr>
                      <a:r>
                        <a:rPr lang="en-IN" sz="1500"/>
                        <a:t>&lt;header&gt;</a:t>
                      </a:r>
                    </a:p>
                  </a:txBody>
                  <a:tcPr marL="77702" marR="77702" marT="38851" marB="38851" anchor="ctr"/>
                </a:tc>
                <a:tc>
                  <a:txBody>
                    <a:bodyPr/>
                    <a:lstStyle/>
                    <a:p>
                      <a:pPr>
                        <a:buNone/>
                      </a:pPr>
                      <a:r>
                        <a:rPr lang="en-IN" sz="1500"/>
                        <a:t>Displays the college name and slogan.</a:t>
                      </a:r>
                    </a:p>
                  </a:txBody>
                  <a:tcPr marL="77702" marR="77702" marT="38851" marB="38851" anchor="ctr"/>
                </a:tc>
                <a:extLst>
                  <a:ext uri="{0D108BD9-81ED-4DB2-BD59-A6C34878D82A}">
                    <a16:rowId xmlns:a16="http://schemas.microsoft.com/office/drawing/2014/main" val="3087098988"/>
                  </a:ext>
                </a:extLst>
              </a:tr>
              <a:tr h="310810">
                <a:tc>
                  <a:txBody>
                    <a:bodyPr/>
                    <a:lstStyle/>
                    <a:p>
                      <a:pPr>
                        <a:buNone/>
                      </a:pPr>
                      <a:r>
                        <a:rPr lang="en-IN" sz="1500"/>
                        <a:t>&lt;nav&gt;</a:t>
                      </a:r>
                    </a:p>
                  </a:txBody>
                  <a:tcPr marL="77702" marR="77702" marT="38851" marB="38851" anchor="ctr"/>
                </a:tc>
                <a:tc>
                  <a:txBody>
                    <a:bodyPr/>
                    <a:lstStyle/>
                    <a:p>
                      <a:pPr>
                        <a:buNone/>
                      </a:pPr>
                      <a:r>
                        <a:rPr lang="en-IN" sz="1500" dirty="0"/>
                        <a:t>Creates the navigation bar.</a:t>
                      </a:r>
                    </a:p>
                  </a:txBody>
                  <a:tcPr marL="77702" marR="77702" marT="38851" marB="38851" anchor="ctr"/>
                </a:tc>
                <a:extLst>
                  <a:ext uri="{0D108BD9-81ED-4DB2-BD59-A6C34878D82A}">
                    <a16:rowId xmlns:a16="http://schemas.microsoft.com/office/drawing/2014/main" val="2774755716"/>
                  </a:ext>
                </a:extLst>
              </a:tr>
              <a:tr h="310810">
                <a:tc>
                  <a:txBody>
                    <a:bodyPr/>
                    <a:lstStyle/>
                    <a:p>
                      <a:pPr>
                        <a:buNone/>
                      </a:pPr>
                      <a:r>
                        <a:rPr lang="en-IN" sz="1500"/>
                        <a:t>&lt;a&gt;</a:t>
                      </a:r>
                    </a:p>
                  </a:txBody>
                  <a:tcPr marL="77702" marR="77702" marT="38851" marB="38851" anchor="ctr"/>
                </a:tc>
                <a:tc>
                  <a:txBody>
                    <a:bodyPr/>
                    <a:lstStyle/>
                    <a:p>
                      <a:pPr>
                        <a:buNone/>
                      </a:pPr>
                      <a:r>
                        <a:rPr lang="en-IN" sz="1500" dirty="0"/>
                        <a:t>Creates links to different sections.</a:t>
                      </a:r>
                    </a:p>
                  </a:txBody>
                  <a:tcPr marL="77702" marR="77702" marT="38851" marB="38851" anchor="ctr"/>
                </a:tc>
                <a:extLst>
                  <a:ext uri="{0D108BD9-81ED-4DB2-BD59-A6C34878D82A}">
                    <a16:rowId xmlns:a16="http://schemas.microsoft.com/office/drawing/2014/main" val="3027009941"/>
                  </a:ext>
                </a:extLst>
              </a:tr>
              <a:tr h="310810">
                <a:tc>
                  <a:txBody>
                    <a:bodyPr/>
                    <a:lstStyle/>
                    <a:p>
                      <a:pPr>
                        <a:buNone/>
                      </a:pPr>
                      <a:r>
                        <a:rPr lang="en-IN" sz="1500"/>
                        <a:t>&lt;div&gt;</a:t>
                      </a:r>
                    </a:p>
                  </a:txBody>
                  <a:tcPr marL="77702" marR="77702" marT="38851" marB="38851" anchor="ctr"/>
                </a:tc>
                <a:tc>
                  <a:txBody>
                    <a:bodyPr/>
                    <a:lstStyle/>
                    <a:p>
                      <a:pPr>
                        <a:buNone/>
                      </a:pPr>
                      <a:r>
                        <a:rPr lang="en-IN" sz="1500" dirty="0"/>
                        <a:t>Groups related content into sections and cards.</a:t>
                      </a:r>
                    </a:p>
                  </a:txBody>
                  <a:tcPr marL="77702" marR="77702" marT="38851" marB="38851" anchor="ctr"/>
                </a:tc>
                <a:extLst>
                  <a:ext uri="{0D108BD9-81ED-4DB2-BD59-A6C34878D82A}">
                    <a16:rowId xmlns:a16="http://schemas.microsoft.com/office/drawing/2014/main" val="2633141585"/>
                  </a:ext>
                </a:extLst>
              </a:tr>
              <a:tr h="310810">
                <a:tc>
                  <a:txBody>
                    <a:bodyPr/>
                    <a:lstStyle/>
                    <a:p>
                      <a:pPr>
                        <a:buNone/>
                      </a:pPr>
                      <a:r>
                        <a:rPr lang="en-IN" sz="1500"/>
                        <a:t>&lt;h1&gt;, &lt;h2&gt;, &lt;h3&gt;</a:t>
                      </a:r>
                    </a:p>
                  </a:txBody>
                  <a:tcPr marL="77702" marR="77702" marT="38851" marB="38851" anchor="ctr"/>
                </a:tc>
                <a:tc>
                  <a:txBody>
                    <a:bodyPr/>
                    <a:lstStyle/>
                    <a:p>
                      <a:pPr>
                        <a:buNone/>
                      </a:pPr>
                      <a:r>
                        <a:rPr lang="en-IN" sz="1500"/>
                        <a:t>Display headings in different sizes.</a:t>
                      </a:r>
                    </a:p>
                  </a:txBody>
                  <a:tcPr marL="77702" marR="77702" marT="38851" marB="38851" anchor="ctr"/>
                </a:tc>
                <a:extLst>
                  <a:ext uri="{0D108BD9-81ED-4DB2-BD59-A6C34878D82A}">
                    <a16:rowId xmlns:a16="http://schemas.microsoft.com/office/drawing/2014/main" val="3774701485"/>
                  </a:ext>
                </a:extLst>
              </a:tr>
              <a:tr h="310810">
                <a:tc>
                  <a:txBody>
                    <a:bodyPr/>
                    <a:lstStyle/>
                    <a:p>
                      <a:pPr>
                        <a:buNone/>
                      </a:pPr>
                      <a:r>
                        <a:rPr lang="en-IN" sz="1500"/>
                        <a:t>&lt;p&gt;</a:t>
                      </a:r>
                    </a:p>
                  </a:txBody>
                  <a:tcPr marL="77702" marR="77702" marT="38851" marB="38851" anchor="ctr"/>
                </a:tc>
                <a:tc>
                  <a:txBody>
                    <a:bodyPr/>
                    <a:lstStyle/>
                    <a:p>
                      <a:pPr>
                        <a:buNone/>
                      </a:pPr>
                      <a:r>
                        <a:rPr lang="en-IN" sz="1500"/>
                        <a:t>Displays paragraphs and information.</a:t>
                      </a:r>
                    </a:p>
                  </a:txBody>
                  <a:tcPr marL="77702" marR="77702" marT="38851" marB="38851" anchor="ctr"/>
                </a:tc>
                <a:extLst>
                  <a:ext uri="{0D108BD9-81ED-4DB2-BD59-A6C34878D82A}">
                    <a16:rowId xmlns:a16="http://schemas.microsoft.com/office/drawing/2014/main" val="3566369320"/>
                  </a:ext>
                </a:extLst>
              </a:tr>
              <a:tr h="392524">
                <a:tc>
                  <a:txBody>
                    <a:bodyPr/>
                    <a:lstStyle/>
                    <a:p>
                      <a:pPr>
                        <a:buNone/>
                      </a:pPr>
                      <a:r>
                        <a:rPr lang="en-IN" sz="1500" dirty="0"/>
                        <a:t>&lt;footer&gt;</a:t>
                      </a:r>
                    </a:p>
                  </a:txBody>
                  <a:tcPr marL="77702" marR="77702" marT="38851" marB="38851" anchor="ctr"/>
                </a:tc>
                <a:tc>
                  <a:txBody>
                    <a:bodyPr/>
                    <a:lstStyle/>
                    <a:p>
                      <a:pPr>
                        <a:buNone/>
                      </a:pPr>
                      <a:r>
                        <a:rPr lang="en-IN" sz="1500" dirty="0"/>
                        <a:t>Displays contact details and copyright information.</a:t>
                      </a:r>
                    </a:p>
                  </a:txBody>
                  <a:tcPr marL="77702" marR="77702" marT="38851" marB="38851" anchor="ctr"/>
                </a:tc>
                <a:extLst>
                  <a:ext uri="{0D108BD9-81ED-4DB2-BD59-A6C34878D82A}">
                    <a16:rowId xmlns:a16="http://schemas.microsoft.com/office/drawing/2014/main" val="3476167926"/>
                  </a:ext>
                </a:extLst>
              </a:tr>
            </a:tbl>
          </a:graphicData>
        </a:graphic>
      </p:graphicFrame>
      <p:sp>
        <p:nvSpPr>
          <p:cNvPr id="5" name="TextBox 4">
            <a:extLst>
              <a:ext uri="{FF2B5EF4-FFF2-40B4-BE49-F238E27FC236}">
                <a16:creationId xmlns:a16="http://schemas.microsoft.com/office/drawing/2014/main" id="{5C6C27A7-B3EB-3CB4-881B-2969697BFA13}"/>
              </a:ext>
            </a:extLst>
          </p:cNvPr>
          <p:cNvSpPr txBox="1"/>
          <p:nvPr/>
        </p:nvSpPr>
        <p:spPr>
          <a:xfrm>
            <a:off x="701040" y="678180"/>
            <a:ext cx="2865120" cy="646331"/>
          </a:xfrm>
          <a:prstGeom prst="rect">
            <a:avLst/>
          </a:prstGeom>
          <a:noFill/>
        </p:spPr>
        <p:txBody>
          <a:bodyPr wrap="square" rtlCol="0">
            <a:spAutoFit/>
          </a:bodyPr>
          <a:lstStyle/>
          <a:p>
            <a:r>
              <a:rPr lang="en-IN" dirty="0"/>
              <a:t>HTML tags used</a:t>
            </a:r>
          </a:p>
          <a:p>
            <a:endParaRPr lang="en-IN" dirty="0"/>
          </a:p>
        </p:txBody>
      </p:sp>
    </p:spTree>
    <p:extLst>
      <p:ext uri="{BB962C8B-B14F-4D97-AF65-F5344CB8AC3E}">
        <p14:creationId xmlns:p14="http://schemas.microsoft.com/office/powerpoint/2010/main" val="6773530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D2CA08-3F63-CBDB-0750-E1F5E0F2AC46}"/>
              </a:ext>
            </a:extLst>
          </p:cNvPr>
          <p:cNvSpPr txBox="1"/>
          <p:nvPr/>
        </p:nvSpPr>
        <p:spPr>
          <a:xfrm>
            <a:off x="678180" y="1577340"/>
            <a:ext cx="1612044" cy="369332"/>
          </a:xfrm>
          <a:prstGeom prst="rect">
            <a:avLst/>
          </a:prstGeom>
          <a:noFill/>
        </p:spPr>
        <p:txBody>
          <a:bodyPr wrap="none" rtlCol="0">
            <a:spAutoFit/>
          </a:bodyPr>
          <a:lstStyle/>
          <a:p>
            <a:r>
              <a:rPr lang="en-IN" dirty="0"/>
              <a:t>CSS tags used</a:t>
            </a:r>
          </a:p>
        </p:txBody>
      </p:sp>
      <p:sp>
        <p:nvSpPr>
          <p:cNvPr id="4" name="TextBox 3">
            <a:extLst>
              <a:ext uri="{FF2B5EF4-FFF2-40B4-BE49-F238E27FC236}">
                <a16:creationId xmlns:a16="http://schemas.microsoft.com/office/drawing/2014/main" id="{D1329B0E-54F9-EAB5-8DE0-E72AACBA0FFF}"/>
              </a:ext>
            </a:extLst>
          </p:cNvPr>
          <p:cNvSpPr txBox="1"/>
          <p:nvPr/>
        </p:nvSpPr>
        <p:spPr>
          <a:xfrm>
            <a:off x="678180" y="2080320"/>
            <a:ext cx="6096000" cy="3416320"/>
          </a:xfrm>
          <a:prstGeom prst="rect">
            <a:avLst/>
          </a:prstGeom>
          <a:noFill/>
        </p:spPr>
        <p:txBody>
          <a:bodyPr wrap="square">
            <a:spAutoFit/>
          </a:bodyPr>
          <a:lstStyle/>
          <a:p>
            <a:pPr marL="342900" lvl="0" indent="-342900">
              <a:buFont typeface="Arial" panose="020B0604020202020204" pitchFamily="34" charset="0"/>
              <a:buChar char="•"/>
            </a:pPr>
            <a:r>
              <a:rPr lang="en-IN" dirty="0">
                <a:latin typeface="+mn-lt"/>
              </a:rPr>
              <a:t>background</a:t>
            </a:r>
            <a:r>
              <a:rPr lang="en-IN" dirty="0"/>
              <a:t> – Sets the background </a:t>
            </a:r>
            <a:r>
              <a:rPr lang="en-IN" dirty="0" err="1"/>
              <a:t>color</a:t>
            </a:r>
            <a:r>
              <a:rPr lang="en-IN" dirty="0"/>
              <a:t>.</a:t>
            </a:r>
          </a:p>
          <a:p>
            <a:pPr marL="342900" lvl="0" indent="-342900">
              <a:buFont typeface="Arial" panose="020B0604020202020204" pitchFamily="34" charset="0"/>
              <a:buChar char="•"/>
            </a:pPr>
            <a:r>
              <a:rPr lang="en-IN" dirty="0" err="1">
                <a:latin typeface="+mn-lt"/>
              </a:rPr>
              <a:t>color</a:t>
            </a:r>
            <a:r>
              <a:rPr lang="en-IN" dirty="0"/>
              <a:t> – Changes the text </a:t>
            </a:r>
            <a:r>
              <a:rPr lang="en-IN" dirty="0" err="1"/>
              <a:t>color</a:t>
            </a:r>
            <a:r>
              <a:rPr lang="en-IN" dirty="0"/>
              <a:t>.</a:t>
            </a:r>
          </a:p>
          <a:p>
            <a:pPr marL="342900" lvl="0" indent="-342900">
              <a:buFont typeface="Arial" panose="020B0604020202020204" pitchFamily="34" charset="0"/>
              <a:buChar char="•"/>
            </a:pPr>
            <a:r>
              <a:rPr lang="en-IN" dirty="0">
                <a:latin typeface="+mn-lt"/>
              </a:rPr>
              <a:t>font-family</a:t>
            </a:r>
            <a:r>
              <a:rPr lang="en-IN" dirty="0"/>
              <a:t> – Sets the font style.</a:t>
            </a:r>
          </a:p>
          <a:p>
            <a:pPr marL="342900" lvl="0" indent="-342900">
              <a:buFont typeface="Arial" panose="020B0604020202020204" pitchFamily="34" charset="0"/>
              <a:buChar char="•"/>
            </a:pPr>
            <a:r>
              <a:rPr lang="en-IN" dirty="0">
                <a:latin typeface="+mn-lt"/>
              </a:rPr>
              <a:t>margin</a:t>
            </a:r>
            <a:r>
              <a:rPr lang="en-IN" dirty="0"/>
              <a:t> – Adds space outside an element.</a:t>
            </a:r>
          </a:p>
          <a:p>
            <a:pPr marL="342900" lvl="0" indent="-342900">
              <a:buFont typeface="Arial" panose="020B0604020202020204" pitchFamily="34" charset="0"/>
              <a:buChar char="•"/>
            </a:pPr>
            <a:r>
              <a:rPr lang="en-IN" dirty="0">
                <a:latin typeface="+mn-lt"/>
              </a:rPr>
              <a:t>padding</a:t>
            </a:r>
            <a:r>
              <a:rPr lang="en-IN" dirty="0"/>
              <a:t> – Adds space inside an element.</a:t>
            </a:r>
          </a:p>
          <a:p>
            <a:pPr marL="342900" lvl="0" indent="-342900">
              <a:buFont typeface="Arial" panose="020B0604020202020204" pitchFamily="34" charset="0"/>
              <a:buChar char="•"/>
            </a:pPr>
            <a:r>
              <a:rPr lang="en-IN" dirty="0">
                <a:latin typeface="+mn-lt"/>
              </a:rPr>
              <a:t>text-align</a:t>
            </a:r>
            <a:r>
              <a:rPr lang="en-IN" dirty="0"/>
              <a:t> – Aligns text.</a:t>
            </a:r>
          </a:p>
          <a:p>
            <a:pPr marL="342900" lvl="0" indent="-342900">
              <a:buFont typeface="Arial" panose="020B0604020202020204" pitchFamily="34" charset="0"/>
              <a:buChar char="•"/>
            </a:pPr>
            <a:r>
              <a:rPr lang="en-IN" dirty="0">
                <a:latin typeface="+mn-lt"/>
              </a:rPr>
              <a:t>display: flex</a:t>
            </a:r>
            <a:r>
              <a:rPr lang="en-IN" dirty="0"/>
              <a:t> – Arranges cards in a flexible layout.</a:t>
            </a:r>
          </a:p>
          <a:p>
            <a:pPr marL="342900" lvl="0" indent="-342900">
              <a:buFont typeface="Arial" panose="020B0604020202020204" pitchFamily="34" charset="0"/>
              <a:buChar char="•"/>
            </a:pPr>
            <a:r>
              <a:rPr lang="en-IN" dirty="0">
                <a:latin typeface="+mn-lt"/>
              </a:rPr>
              <a:t>flex-wrap: wrap</a:t>
            </a:r>
            <a:r>
              <a:rPr lang="en-IN" dirty="0"/>
              <a:t> – Moves cards to the next line when needed.</a:t>
            </a:r>
          </a:p>
          <a:p>
            <a:pPr marL="342900" lvl="0" indent="-342900">
              <a:buFont typeface="Arial" panose="020B0604020202020204" pitchFamily="34" charset="0"/>
              <a:buChar char="•"/>
            </a:pPr>
            <a:r>
              <a:rPr lang="en-IN" dirty="0">
                <a:latin typeface="+mn-lt"/>
              </a:rPr>
              <a:t>gap</a:t>
            </a:r>
            <a:r>
              <a:rPr lang="en-IN" dirty="0"/>
              <a:t> – Adds space between cards.</a:t>
            </a:r>
          </a:p>
          <a:p>
            <a:pPr marL="342900" lvl="0" indent="-342900">
              <a:buFont typeface="Arial" panose="020B0604020202020204" pitchFamily="34" charset="0"/>
              <a:buChar char="•"/>
            </a:pPr>
            <a:r>
              <a:rPr lang="en-IN" dirty="0">
                <a:latin typeface="+mn-lt"/>
              </a:rPr>
              <a:t>border-radius</a:t>
            </a:r>
            <a:r>
              <a:rPr lang="en-IN" dirty="0"/>
              <a:t> – Rounds the corners of cards.</a:t>
            </a:r>
          </a:p>
          <a:p>
            <a:pPr marL="342900" lvl="0" indent="-342900">
              <a:buFont typeface="Arial" panose="020B0604020202020204" pitchFamily="34" charset="0"/>
              <a:buChar char="•"/>
            </a:pPr>
            <a:endParaRPr lang="en-IN" dirty="0"/>
          </a:p>
        </p:txBody>
      </p:sp>
      <p:sp>
        <p:nvSpPr>
          <p:cNvPr id="5" name="TextBox 4">
            <a:extLst>
              <a:ext uri="{FF2B5EF4-FFF2-40B4-BE49-F238E27FC236}">
                <a16:creationId xmlns:a16="http://schemas.microsoft.com/office/drawing/2014/main" id="{9AB9B3EF-588D-04C1-80BD-6175A8B3338D}"/>
              </a:ext>
            </a:extLst>
          </p:cNvPr>
          <p:cNvSpPr txBox="1"/>
          <p:nvPr/>
        </p:nvSpPr>
        <p:spPr>
          <a:xfrm>
            <a:off x="678180" y="5654040"/>
            <a:ext cx="3268980" cy="369332"/>
          </a:xfrm>
          <a:prstGeom prst="rect">
            <a:avLst/>
          </a:prstGeom>
          <a:noFill/>
        </p:spPr>
        <p:txBody>
          <a:bodyPr wrap="square" rtlCol="0">
            <a:spAutoFit/>
          </a:bodyPr>
          <a:lstStyle/>
          <a:p>
            <a:r>
              <a:rPr lang="en-IN" dirty="0"/>
              <a:t>SCREENSHOTS</a:t>
            </a:r>
          </a:p>
        </p:txBody>
      </p:sp>
    </p:spTree>
    <p:extLst>
      <p:ext uri="{BB962C8B-B14F-4D97-AF65-F5344CB8AC3E}">
        <p14:creationId xmlns:p14="http://schemas.microsoft.com/office/powerpoint/2010/main" val="15862980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355A51-3E9B-75A7-1439-4E4162EE94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066" y="658761"/>
            <a:ext cx="10312946" cy="5801032"/>
          </a:xfrm>
          <a:prstGeom prst="rect">
            <a:avLst/>
          </a:prstGeom>
        </p:spPr>
      </p:pic>
      <p:sp>
        <p:nvSpPr>
          <p:cNvPr id="5" name="TextBox 4">
            <a:extLst>
              <a:ext uri="{FF2B5EF4-FFF2-40B4-BE49-F238E27FC236}">
                <a16:creationId xmlns:a16="http://schemas.microsoft.com/office/drawing/2014/main" id="{5AEFE30A-80B0-7E2A-1748-A634E2286731}"/>
              </a:ext>
            </a:extLst>
          </p:cNvPr>
          <p:cNvSpPr txBox="1"/>
          <p:nvPr/>
        </p:nvSpPr>
        <p:spPr>
          <a:xfrm>
            <a:off x="127819" y="213541"/>
            <a:ext cx="1791965" cy="369332"/>
          </a:xfrm>
          <a:prstGeom prst="rect">
            <a:avLst/>
          </a:prstGeom>
          <a:noFill/>
        </p:spPr>
        <p:txBody>
          <a:bodyPr wrap="none" rtlCol="0">
            <a:spAutoFit/>
          </a:bodyPr>
          <a:lstStyle/>
          <a:p>
            <a:r>
              <a:rPr lang="en-IN" dirty="0"/>
              <a:t>SCREENSHOTS:</a:t>
            </a:r>
          </a:p>
        </p:txBody>
      </p:sp>
    </p:spTree>
    <p:extLst>
      <p:ext uri="{BB962C8B-B14F-4D97-AF65-F5344CB8AC3E}">
        <p14:creationId xmlns:p14="http://schemas.microsoft.com/office/powerpoint/2010/main" val="1593661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B9397A3-3C1D-6432-F47D-949F8EF6B683}"/>
              </a:ext>
            </a:extLst>
          </p:cNvPr>
          <p:cNvSpPr txBox="1"/>
          <p:nvPr/>
        </p:nvSpPr>
        <p:spPr>
          <a:xfrm>
            <a:off x="4480560" y="830580"/>
            <a:ext cx="2186940" cy="676532"/>
          </a:xfrm>
          <a:prstGeom prst="rect">
            <a:avLst/>
          </a:prstGeom>
          <a:noFill/>
        </p:spPr>
        <p:txBody>
          <a:bodyPr wrap="square" rtlCol="0">
            <a:spAutoFit/>
          </a:bodyPr>
          <a:lstStyle/>
          <a:p>
            <a:pPr>
              <a:lnSpc>
                <a:spcPct val="150000"/>
              </a:lnSpc>
            </a:pPr>
            <a:r>
              <a:rPr lang="en-IN" sz="2800" dirty="0"/>
              <a:t>CASE 14</a:t>
            </a:r>
          </a:p>
        </p:txBody>
      </p:sp>
      <p:sp>
        <p:nvSpPr>
          <p:cNvPr id="4" name="TextBox 3">
            <a:extLst>
              <a:ext uri="{FF2B5EF4-FFF2-40B4-BE49-F238E27FC236}">
                <a16:creationId xmlns:a16="http://schemas.microsoft.com/office/drawing/2014/main" id="{D26004F5-9752-C54E-E4FE-C6B11EBA6C11}"/>
              </a:ext>
            </a:extLst>
          </p:cNvPr>
          <p:cNvSpPr txBox="1"/>
          <p:nvPr/>
        </p:nvSpPr>
        <p:spPr>
          <a:xfrm>
            <a:off x="457200" y="1546860"/>
            <a:ext cx="10607040" cy="646331"/>
          </a:xfrm>
          <a:prstGeom prst="rect">
            <a:avLst/>
          </a:prstGeom>
          <a:noFill/>
        </p:spPr>
        <p:txBody>
          <a:bodyPr wrap="square">
            <a:spAutoFit/>
          </a:bodyPr>
          <a:lstStyle/>
          <a:p>
            <a:r>
              <a:rPr lang="en-IN" dirty="0"/>
              <a:t>Build a website displaying nutritious recipes, meal plans, ingredient lists, calorie information, healthy eating tips, and food categories. Present information through responsive cards and recipe layouts.</a:t>
            </a:r>
          </a:p>
        </p:txBody>
      </p:sp>
      <p:sp>
        <p:nvSpPr>
          <p:cNvPr id="5" name="TextBox 4">
            <a:extLst>
              <a:ext uri="{FF2B5EF4-FFF2-40B4-BE49-F238E27FC236}">
                <a16:creationId xmlns:a16="http://schemas.microsoft.com/office/drawing/2014/main" id="{862BB59F-ED9D-5A89-0C36-586345E56E5B}"/>
              </a:ext>
            </a:extLst>
          </p:cNvPr>
          <p:cNvSpPr txBox="1"/>
          <p:nvPr/>
        </p:nvSpPr>
        <p:spPr>
          <a:xfrm>
            <a:off x="609600" y="2593955"/>
            <a:ext cx="1798320" cy="369332"/>
          </a:xfrm>
          <a:prstGeom prst="rect">
            <a:avLst/>
          </a:prstGeom>
          <a:noFill/>
        </p:spPr>
        <p:txBody>
          <a:bodyPr wrap="square" rtlCol="0">
            <a:spAutoFit/>
          </a:bodyPr>
          <a:lstStyle/>
          <a:p>
            <a:r>
              <a:rPr lang="en-IN" dirty="0"/>
              <a:t>EXPLANATION:</a:t>
            </a:r>
          </a:p>
        </p:txBody>
      </p:sp>
      <p:sp>
        <p:nvSpPr>
          <p:cNvPr id="7" name="TextBox 6">
            <a:extLst>
              <a:ext uri="{FF2B5EF4-FFF2-40B4-BE49-F238E27FC236}">
                <a16:creationId xmlns:a16="http://schemas.microsoft.com/office/drawing/2014/main" id="{59F79DC7-0A2A-EBF8-273D-D5FEB299734C}"/>
              </a:ext>
            </a:extLst>
          </p:cNvPr>
          <p:cNvSpPr txBox="1"/>
          <p:nvPr/>
        </p:nvSpPr>
        <p:spPr>
          <a:xfrm>
            <a:off x="457200" y="3074938"/>
            <a:ext cx="9144000" cy="1477328"/>
          </a:xfrm>
          <a:prstGeom prst="rect">
            <a:avLst/>
          </a:prstGeom>
          <a:noFill/>
        </p:spPr>
        <p:txBody>
          <a:bodyPr wrap="square">
            <a:spAutoFit/>
          </a:bodyPr>
          <a:lstStyle/>
          <a:p>
            <a:r>
              <a:rPr lang="en-IN" dirty="0"/>
              <a:t>The Healthy Food and Nutrition Website is a simple webpage that provides information about healthy recipes, their ingredients, and calorie values. It displays fruit salad, vegetable salad, and oatmeal in attractive cards. It also includes healthy eating tips to encourage people to follow a balanced diet. HTML is used to create the webpage structure, and CSS is used to add </a:t>
            </a:r>
            <a:r>
              <a:rPr lang="en-IN" dirty="0" err="1"/>
              <a:t>colors</a:t>
            </a:r>
            <a:r>
              <a:rPr lang="en-IN" dirty="0"/>
              <a:t>, spacing, and styling.</a:t>
            </a:r>
          </a:p>
        </p:txBody>
      </p:sp>
      <p:sp>
        <p:nvSpPr>
          <p:cNvPr id="3" name="TextBox 2">
            <a:extLst>
              <a:ext uri="{FF2B5EF4-FFF2-40B4-BE49-F238E27FC236}">
                <a16:creationId xmlns:a16="http://schemas.microsoft.com/office/drawing/2014/main" id="{F544CD8D-9A75-5030-852D-CF76A19C6A71}"/>
              </a:ext>
            </a:extLst>
          </p:cNvPr>
          <p:cNvSpPr txBox="1"/>
          <p:nvPr/>
        </p:nvSpPr>
        <p:spPr>
          <a:xfrm>
            <a:off x="757084" y="5850194"/>
            <a:ext cx="184731" cy="369332"/>
          </a:xfrm>
          <a:prstGeom prst="rect">
            <a:avLst/>
          </a:prstGeom>
          <a:noFill/>
        </p:spPr>
        <p:txBody>
          <a:bodyPr wrap="none" rtlCol="0">
            <a:spAutoFit/>
          </a:bodyPr>
          <a:lstStyle/>
          <a:p>
            <a:endParaRPr lang="en-IN" dirty="0"/>
          </a:p>
        </p:txBody>
      </p:sp>
    </p:spTree>
    <p:extLst>
      <p:ext uri="{BB962C8B-B14F-4D97-AF65-F5344CB8AC3E}">
        <p14:creationId xmlns:p14="http://schemas.microsoft.com/office/powerpoint/2010/main" val="4177409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C93A351-03D2-B086-1815-74AA72B643E1}"/>
              </a:ext>
            </a:extLst>
          </p:cNvPr>
          <p:cNvSpPr txBox="1"/>
          <p:nvPr/>
        </p:nvSpPr>
        <p:spPr>
          <a:xfrm>
            <a:off x="599768" y="412955"/>
            <a:ext cx="1877437" cy="369332"/>
          </a:xfrm>
          <a:prstGeom prst="rect">
            <a:avLst/>
          </a:prstGeom>
          <a:noFill/>
        </p:spPr>
        <p:txBody>
          <a:bodyPr wrap="none" rtlCol="0">
            <a:spAutoFit/>
          </a:bodyPr>
          <a:lstStyle/>
          <a:p>
            <a:r>
              <a:rPr lang="en-IN" dirty="0"/>
              <a:t>HTML Tags Used:</a:t>
            </a:r>
          </a:p>
        </p:txBody>
      </p:sp>
      <p:graphicFrame>
        <p:nvGraphicFramePr>
          <p:cNvPr id="4" name="Table 3">
            <a:extLst>
              <a:ext uri="{FF2B5EF4-FFF2-40B4-BE49-F238E27FC236}">
                <a16:creationId xmlns:a16="http://schemas.microsoft.com/office/drawing/2014/main" id="{3CF70E18-DE25-11C5-8BBB-54753B2DC095}"/>
              </a:ext>
            </a:extLst>
          </p:cNvPr>
          <p:cNvGraphicFramePr>
            <a:graphicFrameLocks noGrp="1"/>
          </p:cNvGraphicFramePr>
          <p:nvPr>
            <p:extLst>
              <p:ext uri="{D42A27DB-BD31-4B8C-83A1-F6EECF244321}">
                <p14:modId xmlns:p14="http://schemas.microsoft.com/office/powerpoint/2010/main" val="3003779761"/>
              </p:ext>
            </p:extLst>
          </p:nvPr>
        </p:nvGraphicFramePr>
        <p:xfrm>
          <a:off x="501445" y="1002890"/>
          <a:ext cx="10062448" cy="5174078"/>
        </p:xfrm>
        <a:graphic>
          <a:graphicData uri="http://schemas.openxmlformats.org/drawingml/2006/table">
            <a:tbl>
              <a:tblPr>
                <a:tableStyleId>{5C22544A-7EE6-4342-B048-85BDC9FD1C3A}</a:tableStyleId>
              </a:tblPr>
              <a:tblGrid>
                <a:gridCol w="5031224">
                  <a:extLst>
                    <a:ext uri="{9D8B030D-6E8A-4147-A177-3AD203B41FA5}">
                      <a16:colId xmlns:a16="http://schemas.microsoft.com/office/drawing/2014/main" val="397495436"/>
                    </a:ext>
                  </a:extLst>
                </a:gridCol>
                <a:gridCol w="5031224">
                  <a:extLst>
                    <a:ext uri="{9D8B030D-6E8A-4147-A177-3AD203B41FA5}">
                      <a16:colId xmlns:a16="http://schemas.microsoft.com/office/drawing/2014/main" val="84290265"/>
                    </a:ext>
                  </a:extLst>
                </a:gridCol>
              </a:tblGrid>
              <a:tr h="369577">
                <a:tc>
                  <a:txBody>
                    <a:bodyPr/>
                    <a:lstStyle/>
                    <a:p>
                      <a:pPr>
                        <a:buNone/>
                      </a:pPr>
                      <a:r>
                        <a:rPr lang="en-IN" sz="1500"/>
                        <a:t>Tag</a:t>
                      </a:r>
                    </a:p>
                  </a:txBody>
                  <a:tcPr marL="77702" marR="77702" marT="38851" marB="38851" anchor="ctr"/>
                </a:tc>
                <a:tc>
                  <a:txBody>
                    <a:bodyPr/>
                    <a:lstStyle/>
                    <a:p>
                      <a:pPr>
                        <a:buNone/>
                      </a:pPr>
                      <a:r>
                        <a:rPr lang="en-IN" sz="1500"/>
                        <a:t>Purpose</a:t>
                      </a:r>
                    </a:p>
                  </a:txBody>
                  <a:tcPr marL="77702" marR="77702" marT="38851" marB="38851" anchor="ctr"/>
                </a:tc>
                <a:extLst>
                  <a:ext uri="{0D108BD9-81ED-4DB2-BD59-A6C34878D82A}">
                    <a16:rowId xmlns:a16="http://schemas.microsoft.com/office/drawing/2014/main" val="3079598465"/>
                  </a:ext>
                </a:extLst>
              </a:tr>
              <a:tr h="369577">
                <a:tc>
                  <a:txBody>
                    <a:bodyPr/>
                    <a:lstStyle/>
                    <a:p>
                      <a:pPr>
                        <a:buNone/>
                      </a:pPr>
                      <a:r>
                        <a:rPr lang="en-IN" sz="1500"/>
                        <a:t>&lt;!DOCTYPE html&gt;</a:t>
                      </a:r>
                    </a:p>
                  </a:txBody>
                  <a:tcPr marL="77702" marR="77702" marT="38851" marB="38851" anchor="ctr"/>
                </a:tc>
                <a:tc>
                  <a:txBody>
                    <a:bodyPr/>
                    <a:lstStyle/>
                    <a:p>
                      <a:pPr>
                        <a:buNone/>
                      </a:pPr>
                      <a:r>
                        <a:rPr lang="en-IN" sz="1500"/>
                        <a:t>Declares the document as HTML5.</a:t>
                      </a:r>
                    </a:p>
                  </a:txBody>
                  <a:tcPr marL="77702" marR="77702" marT="38851" marB="38851" anchor="ctr"/>
                </a:tc>
                <a:extLst>
                  <a:ext uri="{0D108BD9-81ED-4DB2-BD59-A6C34878D82A}">
                    <a16:rowId xmlns:a16="http://schemas.microsoft.com/office/drawing/2014/main" val="681761006"/>
                  </a:ext>
                </a:extLst>
              </a:tr>
              <a:tr h="369577">
                <a:tc>
                  <a:txBody>
                    <a:bodyPr/>
                    <a:lstStyle/>
                    <a:p>
                      <a:pPr>
                        <a:buNone/>
                      </a:pPr>
                      <a:r>
                        <a:rPr lang="en-IN" sz="1500"/>
                        <a:t>&lt;html&gt;</a:t>
                      </a:r>
                    </a:p>
                  </a:txBody>
                  <a:tcPr marL="77702" marR="77702" marT="38851" marB="38851" anchor="ctr"/>
                </a:tc>
                <a:tc>
                  <a:txBody>
                    <a:bodyPr/>
                    <a:lstStyle/>
                    <a:p>
                      <a:pPr>
                        <a:buNone/>
                      </a:pPr>
                      <a:r>
                        <a:rPr lang="en-IN" sz="1500"/>
                        <a:t>Defines the HTML document.</a:t>
                      </a:r>
                    </a:p>
                  </a:txBody>
                  <a:tcPr marL="77702" marR="77702" marT="38851" marB="38851" anchor="ctr"/>
                </a:tc>
                <a:extLst>
                  <a:ext uri="{0D108BD9-81ED-4DB2-BD59-A6C34878D82A}">
                    <a16:rowId xmlns:a16="http://schemas.microsoft.com/office/drawing/2014/main" val="620483836"/>
                  </a:ext>
                </a:extLst>
              </a:tr>
              <a:tr h="369577">
                <a:tc>
                  <a:txBody>
                    <a:bodyPr/>
                    <a:lstStyle/>
                    <a:p>
                      <a:pPr>
                        <a:buNone/>
                      </a:pPr>
                      <a:r>
                        <a:rPr lang="en-IN" sz="1500"/>
                        <a:t>&lt;head&gt;</a:t>
                      </a:r>
                    </a:p>
                  </a:txBody>
                  <a:tcPr marL="77702" marR="77702" marT="38851" marB="38851" anchor="ctr"/>
                </a:tc>
                <a:tc>
                  <a:txBody>
                    <a:bodyPr/>
                    <a:lstStyle/>
                    <a:p>
                      <a:pPr>
                        <a:buNone/>
                      </a:pPr>
                      <a:r>
                        <a:rPr lang="en-IN" sz="1500"/>
                        <a:t>Contains webpage information.</a:t>
                      </a:r>
                    </a:p>
                  </a:txBody>
                  <a:tcPr marL="77702" marR="77702" marT="38851" marB="38851" anchor="ctr"/>
                </a:tc>
                <a:extLst>
                  <a:ext uri="{0D108BD9-81ED-4DB2-BD59-A6C34878D82A}">
                    <a16:rowId xmlns:a16="http://schemas.microsoft.com/office/drawing/2014/main" val="1712360672"/>
                  </a:ext>
                </a:extLst>
              </a:tr>
              <a:tr h="369577">
                <a:tc>
                  <a:txBody>
                    <a:bodyPr/>
                    <a:lstStyle/>
                    <a:p>
                      <a:pPr>
                        <a:buNone/>
                      </a:pPr>
                      <a:r>
                        <a:rPr lang="en-IN" sz="1500"/>
                        <a:t>&lt;title&gt;</a:t>
                      </a:r>
                    </a:p>
                  </a:txBody>
                  <a:tcPr marL="77702" marR="77702" marT="38851" marB="38851" anchor="ctr"/>
                </a:tc>
                <a:tc>
                  <a:txBody>
                    <a:bodyPr/>
                    <a:lstStyle/>
                    <a:p>
                      <a:pPr>
                        <a:buNone/>
                      </a:pPr>
                      <a:r>
                        <a:rPr lang="en-IN" sz="1500"/>
                        <a:t>Sets the browser tab title.</a:t>
                      </a:r>
                    </a:p>
                  </a:txBody>
                  <a:tcPr marL="77702" marR="77702" marT="38851" marB="38851" anchor="ctr"/>
                </a:tc>
                <a:extLst>
                  <a:ext uri="{0D108BD9-81ED-4DB2-BD59-A6C34878D82A}">
                    <a16:rowId xmlns:a16="http://schemas.microsoft.com/office/drawing/2014/main" val="2479046435"/>
                  </a:ext>
                </a:extLst>
              </a:tr>
              <a:tr h="369577">
                <a:tc>
                  <a:txBody>
                    <a:bodyPr/>
                    <a:lstStyle/>
                    <a:p>
                      <a:pPr>
                        <a:buNone/>
                      </a:pPr>
                      <a:r>
                        <a:rPr lang="en-IN" sz="1500"/>
                        <a:t>&lt;style&gt;</a:t>
                      </a:r>
                    </a:p>
                  </a:txBody>
                  <a:tcPr marL="77702" marR="77702" marT="38851" marB="38851" anchor="ctr"/>
                </a:tc>
                <a:tc>
                  <a:txBody>
                    <a:bodyPr/>
                    <a:lstStyle/>
                    <a:p>
                      <a:pPr>
                        <a:buNone/>
                      </a:pPr>
                      <a:r>
                        <a:rPr lang="en-IN" sz="1500"/>
                        <a:t>Adds CSS styling.</a:t>
                      </a:r>
                    </a:p>
                  </a:txBody>
                  <a:tcPr marL="77702" marR="77702" marT="38851" marB="38851" anchor="ctr"/>
                </a:tc>
                <a:extLst>
                  <a:ext uri="{0D108BD9-81ED-4DB2-BD59-A6C34878D82A}">
                    <a16:rowId xmlns:a16="http://schemas.microsoft.com/office/drawing/2014/main" val="996329253"/>
                  </a:ext>
                </a:extLst>
              </a:tr>
              <a:tr h="369577">
                <a:tc>
                  <a:txBody>
                    <a:bodyPr/>
                    <a:lstStyle/>
                    <a:p>
                      <a:pPr>
                        <a:buNone/>
                      </a:pPr>
                      <a:r>
                        <a:rPr lang="en-IN" sz="1500"/>
                        <a:t>&lt;body&gt;</a:t>
                      </a:r>
                    </a:p>
                  </a:txBody>
                  <a:tcPr marL="77702" marR="77702" marT="38851" marB="38851" anchor="ctr"/>
                </a:tc>
                <a:tc>
                  <a:txBody>
                    <a:bodyPr/>
                    <a:lstStyle/>
                    <a:p>
                      <a:pPr>
                        <a:buNone/>
                      </a:pPr>
                      <a:r>
                        <a:rPr lang="en-IN" sz="1500"/>
                        <a:t>Contains the visible webpage content.</a:t>
                      </a:r>
                    </a:p>
                  </a:txBody>
                  <a:tcPr marL="77702" marR="77702" marT="38851" marB="38851" anchor="ctr"/>
                </a:tc>
                <a:extLst>
                  <a:ext uri="{0D108BD9-81ED-4DB2-BD59-A6C34878D82A}">
                    <a16:rowId xmlns:a16="http://schemas.microsoft.com/office/drawing/2014/main" val="1227981588"/>
                  </a:ext>
                </a:extLst>
              </a:tr>
              <a:tr h="369577">
                <a:tc>
                  <a:txBody>
                    <a:bodyPr/>
                    <a:lstStyle/>
                    <a:p>
                      <a:pPr>
                        <a:buNone/>
                      </a:pPr>
                      <a:r>
                        <a:rPr lang="en-IN" sz="1500"/>
                        <a:t>&lt;header&gt;</a:t>
                      </a:r>
                    </a:p>
                  </a:txBody>
                  <a:tcPr marL="77702" marR="77702" marT="38851" marB="38851" anchor="ctr"/>
                </a:tc>
                <a:tc>
                  <a:txBody>
                    <a:bodyPr/>
                    <a:lstStyle/>
                    <a:p>
                      <a:pPr>
                        <a:buNone/>
                      </a:pPr>
                      <a:r>
                        <a:rPr lang="en-IN" sz="1500"/>
                        <a:t>Displays the website title and slogan.</a:t>
                      </a:r>
                    </a:p>
                  </a:txBody>
                  <a:tcPr marL="77702" marR="77702" marT="38851" marB="38851" anchor="ctr"/>
                </a:tc>
                <a:extLst>
                  <a:ext uri="{0D108BD9-81ED-4DB2-BD59-A6C34878D82A}">
                    <a16:rowId xmlns:a16="http://schemas.microsoft.com/office/drawing/2014/main" val="1211910385"/>
                  </a:ext>
                </a:extLst>
              </a:tr>
              <a:tr h="369577">
                <a:tc>
                  <a:txBody>
                    <a:bodyPr/>
                    <a:lstStyle/>
                    <a:p>
                      <a:pPr>
                        <a:buNone/>
                      </a:pPr>
                      <a:r>
                        <a:rPr lang="en-IN" sz="1500"/>
                        <a:t>&lt;h1&gt;</a:t>
                      </a:r>
                    </a:p>
                  </a:txBody>
                  <a:tcPr marL="77702" marR="77702" marT="38851" marB="38851" anchor="ctr"/>
                </a:tc>
                <a:tc>
                  <a:txBody>
                    <a:bodyPr/>
                    <a:lstStyle/>
                    <a:p>
                      <a:pPr>
                        <a:buNone/>
                      </a:pPr>
                      <a:r>
                        <a:rPr lang="en-IN" sz="1500"/>
                        <a:t>Displays the main heading.</a:t>
                      </a:r>
                    </a:p>
                  </a:txBody>
                  <a:tcPr marL="77702" marR="77702" marT="38851" marB="38851" anchor="ctr"/>
                </a:tc>
                <a:extLst>
                  <a:ext uri="{0D108BD9-81ED-4DB2-BD59-A6C34878D82A}">
                    <a16:rowId xmlns:a16="http://schemas.microsoft.com/office/drawing/2014/main" val="2529553697"/>
                  </a:ext>
                </a:extLst>
              </a:tr>
              <a:tr h="369577">
                <a:tc>
                  <a:txBody>
                    <a:bodyPr/>
                    <a:lstStyle/>
                    <a:p>
                      <a:pPr>
                        <a:buNone/>
                      </a:pPr>
                      <a:r>
                        <a:rPr lang="en-IN" sz="1500"/>
                        <a:t>&lt;h2&gt;</a:t>
                      </a:r>
                    </a:p>
                  </a:txBody>
                  <a:tcPr marL="77702" marR="77702" marT="38851" marB="38851" anchor="ctr"/>
                </a:tc>
                <a:tc>
                  <a:txBody>
                    <a:bodyPr/>
                    <a:lstStyle/>
                    <a:p>
                      <a:pPr>
                        <a:buNone/>
                      </a:pPr>
                      <a:r>
                        <a:rPr lang="en-IN" sz="1500"/>
                        <a:t>Displays section headings.</a:t>
                      </a:r>
                    </a:p>
                  </a:txBody>
                  <a:tcPr marL="77702" marR="77702" marT="38851" marB="38851" anchor="ctr"/>
                </a:tc>
                <a:extLst>
                  <a:ext uri="{0D108BD9-81ED-4DB2-BD59-A6C34878D82A}">
                    <a16:rowId xmlns:a16="http://schemas.microsoft.com/office/drawing/2014/main" val="1958022417"/>
                  </a:ext>
                </a:extLst>
              </a:tr>
              <a:tr h="369577">
                <a:tc>
                  <a:txBody>
                    <a:bodyPr/>
                    <a:lstStyle/>
                    <a:p>
                      <a:pPr>
                        <a:buNone/>
                      </a:pPr>
                      <a:r>
                        <a:rPr lang="en-IN" sz="1500"/>
                        <a:t>&lt;h3&gt;</a:t>
                      </a:r>
                    </a:p>
                  </a:txBody>
                  <a:tcPr marL="77702" marR="77702" marT="38851" marB="38851" anchor="ctr"/>
                </a:tc>
                <a:tc>
                  <a:txBody>
                    <a:bodyPr/>
                    <a:lstStyle/>
                    <a:p>
                      <a:pPr>
                        <a:buNone/>
                      </a:pPr>
                      <a:r>
                        <a:rPr lang="en-IN" sz="1500"/>
                        <a:t>Displays recipe names.</a:t>
                      </a:r>
                    </a:p>
                  </a:txBody>
                  <a:tcPr marL="77702" marR="77702" marT="38851" marB="38851" anchor="ctr"/>
                </a:tc>
                <a:extLst>
                  <a:ext uri="{0D108BD9-81ED-4DB2-BD59-A6C34878D82A}">
                    <a16:rowId xmlns:a16="http://schemas.microsoft.com/office/drawing/2014/main" val="1684544522"/>
                  </a:ext>
                </a:extLst>
              </a:tr>
              <a:tr h="369577">
                <a:tc>
                  <a:txBody>
                    <a:bodyPr/>
                    <a:lstStyle/>
                    <a:p>
                      <a:pPr>
                        <a:buNone/>
                      </a:pPr>
                      <a:r>
                        <a:rPr lang="en-IN" sz="1500"/>
                        <a:t>&lt;p&gt;</a:t>
                      </a:r>
                    </a:p>
                  </a:txBody>
                  <a:tcPr marL="77702" marR="77702" marT="38851" marB="38851" anchor="ctr"/>
                </a:tc>
                <a:tc>
                  <a:txBody>
                    <a:bodyPr/>
                    <a:lstStyle/>
                    <a:p>
                      <a:pPr>
                        <a:buNone/>
                      </a:pPr>
                      <a:r>
                        <a:rPr lang="en-IN" sz="1500"/>
                        <a:t>Displays ingredients, calories, and tips.</a:t>
                      </a:r>
                    </a:p>
                  </a:txBody>
                  <a:tcPr marL="77702" marR="77702" marT="38851" marB="38851" anchor="ctr"/>
                </a:tc>
                <a:extLst>
                  <a:ext uri="{0D108BD9-81ED-4DB2-BD59-A6C34878D82A}">
                    <a16:rowId xmlns:a16="http://schemas.microsoft.com/office/drawing/2014/main" val="1147772616"/>
                  </a:ext>
                </a:extLst>
              </a:tr>
              <a:tr h="369577">
                <a:tc>
                  <a:txBody>
                    <a:bodyPr/>
                    <a:lstStyle/>
                    <a:p>
                      <a:pPr>
                        <a:buNone/>
                      </a:pPr>
                      <a:r>
                        <a:rPr lang="en-IN" sz="1500"/>
                        <a:t>&lt;div&gt;</a:t>
                      </a:r>
                    </a:p>
                  </a:txBody>
                  <a:tcPr marL="77702" marR="77702" marT="38851" marB="38851" anchor="ctr"/>
                </a:tc>
                <a:tc>
                  <a:txBody>
                    <a:bodyPr/>
                    <a:lstStyle/>
                    <a:p>
                      <a:pPr>
                        <a:buNone/>
                      </a:pPr>
                      <a:r>
                        <a:rPr lang="en-IN" sz="1500"/>
                        <a:t>Groups recipe cards and their content.</a:t>
                      </a:r>
                    </a:p>
                  </a:txBody>
                  <a:tcPr marL="77702" marR="77702" marT="38851" marB="38851" anchor="ctr"/>
                </a:tc>
                <a:extLst>
                  <a:ext uri="{0D108BD9-81ED-4DB2-BD59-A6C34878D82A}">
                    <a16:rowId xmlns:a16="http://schemas.microsoft.com/office/drawing/2014/main" val="898098644"/>
                  </a:ext>
                </a:extLst>
              </a:tr>
              <a:tr h="369577">
                <a:tc>
                  <a:txBody>
                    <a:bodyPr/>
                    <a:lstStyle/>
                    <a:p>
                      <a:pPr>
                        <a:buNone/>
                      </a:pPr>
                      <a:r>
                        <a:rPr lang="en-IN" sz="1500"/>
                        <a:t>&lt;footer&gt;</a:t>
                      </a:r>
                    </a:p>
                  </a:txBody>
                  <a:tcPr marL="77702" marR="77702" marT="38851" marB="38851" anchor="ctr"/>
                </a:tc>
                <a:tc>
                  <a:txBody>
                    <a:bodyPr/>
                    <a:lstStyle/>
                    <a:p>
                      <a:pPr>
                        <a:buNone/>
                      </a:pPr>
                      <a:r>
                        <a:rPr lang="en-IN" sz="1500" dirty="0"/>
                        <a:t>Displays the closing message and copyright.</a:t>
                      </a:r>
                    </a:p>
                  </a:txBody>
                  <a:tcPr marL="77702" marR="77702" marT="38851" marB="38851" anchor="ctr"/>
                </a:tc>
                <a:extLst>
                  <a:ext uri="{0D108BD9-81ED-4DB2-BD59-A6C34878D82A}">
                    <a16:rowId xmlns:a16="http://schemas.microsoft.com/office/drawing/2014/main" val="12513803"/>
                  </a:ext>
                </a:extLst>
              </a:tr>
            </a:tbl>
          </a:graphicData>
        </a:graphic>
      </p:graphicFrame>
    </p:spTree>
    <p:extLst>
      <p:ext uri="{BB962C8B-B14F-4D97-AF65-F5344CB8AC3E}">
        <p14:creationId xmlns:p14="http://schemas.microsoft.com/office/powerpoint/2010/main" val="27708539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93E54A-4D6B-634F-3BBA-7B4EB1F672C9}"/>
              </a:ext>
            </a:extLst>
          </p:cNvPr>
          <p:cNvSpPr txBox="1"/>
          <p:nvPr/>
        </p:nvSpPr>
        <p:spPr>
          <a:xfrm>
            <a:off x="816077" y="501445"/>
            <a:ext cx="1725152" cy="369332"/>
          </a:xfrm>
          <a:prstGeom prst="rect">
            <a:avLst/>
          </a:prstGeom>
          <a:noFill/>
        </p:spPr>
        <p:txBody>
          <a:bodyPr wrap="none" rtlCol="0">
            <a:spAutoFit/>
          </a:bodyPr>
          <a:lstStyle/>
          <a:p>
            <a:r>
              <a:rPr lang="en-IN" dirty="0"/>
              <a:t>CSS Tags Used:</a:t>
            </a:r>
          </a:p>
        </p:txBody>
      </p:sp>
      <p:sp>
        <p:nvSpPr>
          <p:cNvPr id="4" name="TextBox 3">
            <a:extLst>
              <a:ext uri="{FF2B5EF4-FFF2-40B4-BE49-F238E27FC236}">
                <a16:creationId xmlns:a16="http://schemas.microsoft.com/office/drawing/2014/main" id="{15F6B247-77E3-9E6B-1B94-FC57DD6F5001}"/>
              </a:ext>
            </a:extLst>
          </p:cNvPr>
          <p:cNvSpPr txBox="1"/>
          <p:nvPr/>
        </p:nvSpPr>
        <p:spPr>
          <a:xfrm>
            <a:off x="816077" y="983225"/>
            <a:ext cx="9743768" cy="3139321"/>
          </a:xfrm>
          <a:prstGeom prst="rect">
            <a:avLst/>
          </a:prstGeom>
          <a:noFill/>
        </p:spPr>
        <p:txBody>
          <a:bodyPr wrap="square" rtlCol="0">
            <a:spAutoFit/>
          </a:bodyPr>
          <a:lstStyle/>
          <a:p>
            <a:pPr lvl="0"/>
            <a:r>
              <a:rPr lang="en-IN" dirty="0"/>
              <a:t>•font-family – Sets the font style.</a:t>
            </a:r>
          </a:p>
          <a:p>
            <a:pPr lvl="0"/>
            <a:r>
              <a:rPr lang="en-IN" dirty="0"/>
              <a:t>•background – Sets the background </a:t>
            </a:r>
            <a:r>
              <a:rPr lang="en-IN" dirty="0" err="1"/>
              <a:t>color</a:t>
            </a:r>
            <a:r>
              <a:rPr lang="en-IN" dirty="0"/>
              <a:t>.</a:t>
            </a:r>
          </a:p>
          <a:p>
            <a:pPr lvl="0"/>
            <a:r>
              <a:rPr lang="en-IN" dirty="0"/>
              <a:t>•</a:t>
            </a:r>
            <a:r>
              <a:rPr lang="en-IN" dirty="0" err="1"/>
              <a:t>color</a:t>
            </a:r>
            <a:r>
              <a:rPr lang="en-IN" dirty="0"/>
              <a:t> – Changes the text </a:t>
            </a:r>
            <a:r>
              <a:rPr lang="en-IN" dirty="0" err="1"/>
              <a:t>color</a:t>
            </a:r>
            <a:r>
              <a:rPr lang="en-IN" dirty="0"/>
              <a:t>.</a:t>
            </a:r>
          </a:p>
          <a:p>
            <a:pPr lvl="0"/>
            <a:r>
              <a:rPr lang="en-IN" dirty="0"/>
              <a:t>•text-align – Aligns text to the </a:t>
            </a:r>
            <a:r>
              <a:rPr lang="en-IN" dirty="0" err="1"/>
              <a:t>center</a:t>
            </a:r>
            <a:r>
              <a:rPr lang="en-IN" dirty="0"/>
              <a:t>.</a:t>
            </a:r>
          </a:p>
          <a:p>
            <a:pPr lvl="0"/>
            <a:r>
              <a:rPr lang="en-IN" dirty="0"/>
              <a:t>•margin – Adds space outside elements.</a:t>
            </a:r>
          </a:p>
          <a:p>
            <a:pPr lvl="0"/>
            <a:r>
              <a:rPr lang="en-IN" dirty="0"/>
              <a:t>•padding – Adds space inside elements.</a:t>
            </a:r>
          </a:p>
          <a:p>
            <a:pPr lvl="0"/>
            <a:r>
              <a:rPr lang="en-IN" dirty="0"/>
              <a:t>•display: flex – Arranges recipe cards in a flexible layout.</a:t>
            </a:r>
          </a:p>
          <a:p>
            <a:pPr lvl="0"/>
            <a:r>
              <a:rPr lang="en-IN" dirty="0"/>
              <a:t>•flex-wrap: wrap – Moves cards to the next line when necessary.</a:t>
            </a:r>
          </a:p>
          <a:p>
            <a:pPr lvl="0"/>
            <a:r>
              <a:rPr lang="en-IN" dirty="0"/>
              <a:t>•gap – Adds space between cards.</a:t>
            </a:r>
          </a:p>
          <a:p>
            <a:pPr lvl="0"/>
            <a:r>
              <a:rPr lang="en-IN" dirty="0"/>
              <a:t>•border-radius – Rounds the corners of the cards.</a:t>
            </a:r>
          </a:p>
          <a:p>
            <a:endParaRPr lang="en-IN" dirty="0"/>
          </a:p>
        </p:txBody>
      </p:sp>
    </p:spTree>
    <p:extLst>
      <p:ext uri="{BB962C8B-B14F-4D97-AF65-F5344CB8AC3E}">
        <p14:creationId xmlns:p14="http://schemas.microsoft.com/office/powerpoint/2010/main" val="1588060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58A725-89D4-E8CC-5212-DABA29E76DB1}"/>
              </a:ext>
            </a:extLst>
          </p:cNvPr>
          <p:cNvSpPr txBox="1"/>
          <p:nvPr/>
        </p:nvSpPr>
        <p:spPr>
          <a:xfrm>
            <a:off x="344131" y="294968"/>
            <a:ext cx="2163096" cy="369332"/>
          </a:xfrm>
          <a:prstGeom prst="rect">
            <a:avLst/>
          </a:prstGeom>
          <a:noFill/>
        </p:spPr>
        <p:txBody>
          <a:bodyPr wrap="square" rtlCol="0">
            <a:spAutoFit/>
          </a:bodyPr>
          <a:lstStyle/>
          <a:p>
            <a:r>
              <a:rPr lang="en-IN" dirty="0"/>
              <a:t>SCREENSHOTS:</a:t>
            </a:r>
          </a:p>
        </p:txBody>
      </p:sp>
      <p:pic>
        <p:nvPicPr>
          <p:cNvPr id="5" name="Picture 4">
            <a:extLst>
              <a:ext uri="{FF2B5EF4-FFF2-40B4-BE49-F238E27FC236}">
                <a16:creationId xmlns:a16="http://schemas.microsoft.com/office/drawing/2014/main" id="{E2A4BE13-ABE7-5355-DA60-03834141B8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452" y="840657"/>
            <a:ext cx="11130635" cy="5609304"/>
          </a:xfrm>
          <a:prstGeom prst="rect">
            <a:avLst/>
          </a:prstGeom>
        </p:spPr>
      </p:pic>
    </p:spTree>
    <p:extLst>
      <p:ext uri="{BB962C8B-B14F-4D97-AF65-F5344CB8AC3E}">
        <p14:creationId xmlns:p14="http://schemas.microsoft.com/office/powerpoint/2010/main" val="2899930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CF311B-75DE-171C-F4F5-B052CE4F6C60}"/>
              </a:ext>
            </a:extLst>
          </p:cNvPr>
          <p:cNvSpPr txBox="1"/>
          <p:nvPr/>
        </p:nvSpPr>
        <p:spPr>
          <a:xfrm>
            <a:off x="4336025" y="442450"/>
            <a:ext cx="2624693" cy="523220"/>
          </a:xfrm>
          <a:prstGeom prst="rect">
            <a:avLst/>
          </a:prstGeom>
          <a:noFill/>
        </p:spPr>
        <p:txBody>
          <a:bodyPr wrap="none" rtlCol="0">
            <a:spAutoFit/>
          </a:bodyPr>
          <a:lstStyle/>
          <a:p>
            <a:r>
              <a:rPr lang="en-IN" sz="2800" dirty="0"/>
              <a:t>CASE STUDY 22</a:t>
            </a:r>
          </a:p>
        </p:txBody>
      </p:sp>
      <p:sp>
        <p:nvSpPr>
          <p:cNvPr id="3" name="TextBox 2">
            <a:extLst>
              <a:ext uri="{FF2B5EF4-FFF2-40B4-BE49-F238E27FC236}">
                <a16:creationId xmlns:a16="http://schemas.microsoft.com/office/drawing/2014/main" id="{943CE475-67F6-14B2-414C-E6AF3727A74F}"/>
              </a:ext>
            </a:extLst>
          </p:cNvPr>
          <p:cNvSpPr txBox="1"/>
          <p:nvPr/>
        </p:nvSpPr>
        <p:spPr>
          <a:xfrm>
            <a:off x="840495" y="1474838"/>
            <a:ext cx="10668325" cy="646331"/>
          </a:xfrm>
          <a:prstGeom prst="rect">
            <a:avLst/>
          </a:prstGeom>
          <a:noFill/>
        </p:spPr>
        <p:txBody>
          <a:bodyPr wrap="square" rtlCol="0">
            <a:spAutoFit/>
          </a:bodyPr>
          <a:lstStyle/>
          <a:p>
            <a:r>
              <a:rPr lang="en-IN" dirty="0"/>
              <a:t>Create a movie website featuring film posters, genres, release dates, cast information, synopsis, critic reviews, and rating displays. Use responsive grids and visually appealing movie cards. </a:t>
            </a:r>
          </a:p>
        </p:txBody>
      </p:sp>
      <p:sp>
        <p:nvSpPr>
          <p:cNvPr id="5" name="TextBox 4">
            <a:extLst>
              <a:ext uri="{FF2B5EF4-FFF2-40B4-BE49-F238E27FC236}">
                <a16:creationId xmlns:a16="http://schemas.microsoft.com/office/drawing/2014/main" id="{A27B5323-D303-3E30-517E-669693FB5613}"/>
              </a:ext>
            </a:extLst>
          </p:cNvPr>
          <p:cNvSpPr txBox="1"/>
          <p:nvPr/>
        </p:nvSpPr>
        <p:spPr>
          <a:xfrm>
            <a:off x="840495" y="2900516"/>
            <a:ext cx="1744645" cy="369332"/>
          </a:xfrm>
          <a:prstGeom prst="rect">
            <a:avLst/>
          </a:prstGeom>
          <a:noFill/>
        </p:spPr>
        <p:txBody>
          <a:bodyPr wrap="none" rtlCol="0">
            <a:spAutoFit/>
          </a:bodyPr>
          <a:lstStyle/>
          <a:p>
            <a:r>
              <a:rPr lang="en-IN" dirty="0"/>
              <a:t>EXPLAINATION:</a:t>
            </a:r>
          </a:p>
        </p:txBody>
      </p:sp>
      <p:sp>
        <p:nvSpPr>
          <p:cNvPr id="8" name="TextBox 7">
            <a:extLst>
              <a:ext uri="{FF2B5EF4-FFF2-40B4-BE49-F238E27FC236}">
                <a16:creationId xmlns:a16="http://schemas.microsoft.com/office/drawing/2014/main" id="{7C41E229-575C-498F-24A4-A671487296BE}"/>
              </a:ext>
            </a:extLst>
          </p:cNvPr>
          <p:cNvSpPr txBox="1"/>
          <p:nvPr/>
        </p:nvSpPr>
        <p:spPr>
          <a:xfrm>
            <a:off x="840495" y="3425468"/>
            <a:ext cx="10052240" cy="1477328"/>
          </a:xfrm>
          <a:prstGeom prst="rect">
            <a:avLst/>
          </a:prstGeom>
          <a:noFill/>
        </p:spPr>
        <p:txBody>
          <a:bodyPr wrap="square" rtlCol="0">
            <a:spAutoFit/>
          </a:bodyPr>
          <a:lstStyle/>
          <a:p>
            <a:r>
              <a:rPr lang="en-IN" dirty="0"/>
              <a:t>The Movie Review Website is a simple webpage that displays movie posters, movie names, ratings, genres, release years, and short descriptions. It features three movies: Inception, Interstellar, and Oppenheimer. HTML is used to create the webpage structure, while CSS adds </a:t>
            </a:r>
            <a:r>
              <a:rPr lang="en-IN" dirty="0" err="1"/>
              <a:t>colors</a:t>
            </a:r>
            <a:r>
              <a:rPr lang="en-IN" dirty="0"/>
              <a:t>, spacing, and attractive movie cards. The Flexbox layout helps arrange the cards neatly and allows them to wrap onto new lines when needed.</a:t>
            </a:r>
          </a:p>
        </p:txBody>
      </p:sp>
    </p:spTree>
    <p:extLst>
      <p:ext uri="{BB962C8B-B14F-4D97-AF65-F5344CB8AC3E}">
        <p14:creationId xmlns:p14="http://schemas.microsoft.com/office/powerpoint/2010/main" val="37595800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F12578-627B-4878-00BF-C8D1B979A85D}"/>
              </a:ext>
            </a:extLst>
          </p:cNvPr>
          <p:cNvSpPr txBox="1"/>
          <p:nvPr/>
        </p:nvSpPr>
        <p:spPr>
          <a:xfrm>
            <a:off x="698090" y="471948"/>
            <a:ext cx="1877437" cy="369332"/>
          </a:xfrm>
          <a:prstGeom prst="rect">
            <a:avLst/>
          </a:prstGeom>
          <a:noFill/>
        </p:spPr>
        <p:txBody>
          <a:bodyPr wrap="none" rtlCol="0">
            <a:spAutoFit/>
          </a:bodyPr>
          <a:lstStyle/>
          <a:p>
            <a:r>
              <a:rPr lang="en-IN" dirty="0"/>
              <a:t>HTML Tags Used:</a:t>
            </a:r>
          </a:p>
        </p:txBody>
      </p:sp>
      <p:graphicFrame>
        <p:nvGraphicFramePr>
          <p:cNvPr id="4" name="Table 3">
            <a:extLst>
              <a:ext uri="{FF2B5EF4-FFF2-40B4-BE49-F238E27FC236}">
                <a16:creationId xmlns:a16="http://schemas.microsoft.com/office/drawing/2014/main" id="{3832DC5D-0D8D-5279-909F-5E8B192CCF87}"/>
              </a:ext>
            </a:extLst>
          </p:cNvPr>
          <p:cNvGraphicFramePr>
            <a:graphicFrameLocks noGrp="1"/>
          </p:cNvGraphicFramePr>
          <p:nvPr>
            <p:extLst>
              <p:ext uri="{D42A27DB-BD31-4B8C-83A1-F6EECF244321}">
                <p14:modId xmlns:p14="http://schemas.microsoft.com/office/powerpoint/2010/main" val="1380751900"/>
              </p:ext>
            </p:extLst>
          </p:nvPr>
        </p:nvGraphicFramePr>
        <p:xfrm>
          <a:off x="725505" y="1203034"/>
          <a:ext cx="10515600" cy="402336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508465459"/>
                    </a:ext>
                  </a:extLst>
                </a:gridCol>
                <a:gridCol w="5257800">
                  <a:extLst>
                    <a:ext uri="{9D8B030D-6E8A-4147-A177-3AD203B41FA5}">
                      <a16:colId xmlns:a16="http://schemas.microsoft.com/office/drawing/2014/main" val="1034661603"/>
                    </a:ext>
                  </a:extLst>
                </a:gridCol>
              </a:tblGrid>
              <a:tr h="0">
                <a:tc>
                  <a:txBody>
                    <a:bodyPr/>
                    <a:lstStyle/>
                    <a:p>
                      <a:pPr>
                        <a:buNone/>
                      </a:pPr>
                      <a:r>
                        <a:rPr lang="en-IN"/>
                        <a:t>&lt;!DOCTYPE html&gt;</a:t>
                      </a:r>
                    </a:p>
                  </a:txBody>
                  <a:tcPr anchor="ctr"/>
                </a:tc>
                <a:tc>
                  <a:txBody>
                    <a:bodyPr/>
                    <a:lstStyle/>
                    <a:p>
                      <a:pPr>
                        <a:buNone/>
                      </a:pPr>
                      <a:r>
                        <a:rPr lang="en-IN"/>
                        <a:t>Declares the document as HTML5.</a:t>
                      </a:r>
                    </a:p>
                  </a:txBody>
                  <a:tcPr anchor="ctr"/>
                </a:tc>
                <a:extLst>
                  <a:ext uri="{0D108BD9-81ED-4DB2-BD59-A6C34878D82A}">
                    <a16:rowId xmlns:a16="http://schemas.microsoft.com/office/drawing/2014/main" val="779871106"/>
                  </a:ext>
                </a:extLst>
              </a:tr>
              <a:tr h="0">
                <a:tc>
                  <a:txBody>
                    <a:bodyPr/>
                    <a:lstStyle/>
                    <a:p>
                      <a:pPr>
                        <a:buNone/>
                      </a:pPr>
                      <a:r>
                        <a:rPr lang="en-IN"/>
                        <a:t>&lt;html&gt;</a:t>
                      </a:r>
                    </a:p>
                  </a:txBody>
                  <a:tcPr anchor="ctr"/>
                </a:tc>
                <a:tc>
                  <a:txBody>
                    <a:bodyPr/>
                    <a:lstStyle/>
                    <a:p>
                      <a:pPr>
                        <a:buNone/>
                      </a:pPr>
                      <a:r>
                        <a:rPr lang="en-IN"/>
                        <a:t>Defines the HTML document.</a:t>
                      </a:r>
                    </a:p>
                  </a:txBody>
                  <a:tcPr anchor="ctr"/>
                </a:tc>
                <a:extLst>
                  <a:ext uri="{0D108BD9-81ED-4DB2-BD59-A6C34878D82A}">
                    <a16:rowId xmlns:a16="http://schemas.microsoft.com/office/drawing/2014/main" val="813526990"/>
                  </a:ext>
                </a:extLst>
              </a:tr>
              <a:tr h="0">
                <a:tc>
                  <a:txBody>
                    <a:bodyPr/>
                    <a:lstStyle/>
                    <a:p>
                      <a:pPr>
                        <a:buNone/>
                      </a:pPr>
                      <a:r>
                        <a:rPr lang="en-IN"/>
                        <a:t>&lt;head&gt;</a:t>
                      </a:r>
                    </a:p>
                  </a:txBody>
                  <a:tcPr anchor="ctr"/>
                </a:tc>
                <a:tc>
                  <a:txBody>
                    <a:bodyPr/>
                    <a:lstStyle/>
                    <a:p>
                      <a:pPr>
                        <a:buNone/>
                      </a:pPr>
                      <a:r>
                        <a:rPr lang="en-IN"/>
                        <a:t>Contains webpage information and styles.</a:t>
                      </a:r>
                    </a:p>
                  </a:txBody>
                  <a:tcPr anchor="ctr"/>
                </a:tc>
                <a:extLst>
                  <a:ext uri="{0D108BD9-81ED-4DB2-BD59-A6C34878D82A}">
                    <a16:rowId xmlns:a16="http://schemas.microsoft.com/office/drawing/2014/main" val="257348071"/>
                  </a:ext>
                </a:extLst>
              </a:tr>
              <a:tr h="0">
                <a:tc>
                  <a:txBody>
                    <a:bodyPr/>
                    <a:lstStyle/>
                    <a:p>
                      <a:pPr>
                        <a:buNone/>
                      </a:pPr>
                      <a:r>
                        <a:rPr lang="en-IN"/>
                        <a:t>&lt;title&gt;</a:t>
                      </a:r>
                    </a:p>
                  </a:txBody>
                  <a:tcPr anchor="ctr"/>
                </a:tc>
                <a:tc>
                  <a:txBody>
                    <a:bodyPr/>
                    <a:lstStyle/>
                    <a:p>
                      <a:pPr>
                        <a:buNone/>
                      </a:pPr>
                      <a:r>
                        <a:rPr lang="en-IN"/>
                        <a:t>Sets the browser tab title.</a:t>
                      </a:r>
                    </a:p>
                  </a:txBody>
                  <a:tcPr anchor="ctr"/>
                </a:tc>
                <a:extLst>
                  <a:ext uri="{0D108BD9-81ED-4DB2-BD59-A6C34878D82A}">
                    <a16:rowId xmlns:a16="http://schemas.microsoft.com/office/drawing/2014/main" val="3598197279"/>
                  </a:ext>
                </a:extLst>
              </a:tr>
              <a:tr h="0">
                <a:tc>
                  <a:txBody>
                    <a:bodyPr/>
                    <a:lstStyle/>
                    <a:p>
                      <a:pPr>
                        <a:buNone/>
                      </a:pPr>
                      <a:r>
                        <a:rPr lang="en-IN"/>
                        <a:t>&lt;style&gt;</a:t>
                      </a:r>
                    </a:p>
                  </a:txBody>
                  <a:tcPr anchor="ctr"/>
                </a:tc>
                <a:tc>
                  <a:txBody>
                    <a:bodyPr/>
                    <a:lstStyle/>
                    <a:p>
                      <a:pPr>
                        <a:buNone/>
                      </a:pPr>
                      <a:r>
                        <a:rPr lang="en-IN"/>
                        <a:t>Contains CSS code.</a:t>
                      </a:r>
                    </a:p>
                  </a:txBody>
                  <a:tcPr anchor="ctr"/>
                </a:tc>
                <a:extLst>
                  <a:ext uri="{0D108BD9-81ED-4DB2-BD59-A6C34878D82A}">
                    <a16:rowId xmlns:a16="http://schemas.microsoft.com/office/drawing/2014/main" val="62745626"/>
                  </a:ext>
                </a:extLst>
              </a:tr>
              <a:tr h="0">
                <a:tc>
                  <a:txBody>
                    <a:bodyPr/>
                    <a:lstStyle/>
                    <a:p>
                      <a:pPr>
                        <a:buNone/>
                      </a:pPr>
                      <a:r>
                        <a:rPr lang="en-IN"/>
                        <a:t>&lt;body&gt;</a:t>
                      </a:r>
                    </a:p>
                  </a:txBody>
                  <a:tcPr anchor="ctr"/>
                </a:tc>
                <a:tc>
                  <a:txBody>
                    <a:bodyPr/>
                    <a:lstStyle/>
                    <a:p>
                      <a:pPr>
                        <a:buNone/>
                      </a:pPr>
                      <a:r>
                        <a:rPr lang="en-IN"/>
                        <a:t>Contains all visible webpage content.</a:t>
                      </a:r>
                    </a:p>
                  </a:txBody>
                  <a:tcPr anchor="ctr"/>
                </a:tc>
                <a:extLst>
                  <a:ext uri="{0D108BD9-81ED-4DB2-BD59-A6C34878D82A}">
                    <a16:rowId xmlns:a16="http://schemas.microsoft.com/office/drawing/2014/main" val="3145407884"/>
                  </a:ext>
                </a:extLst>
              </a:tr>
              <a:tr h="0">
                <a:tc>
                  <a:txBody>
                    <a:bodyPr/>
                    <a:lstStyle/>
                    <a:p>
                      <a:pPr>
                        <a:buNone/>
                      </a:pPr>
                      <a:r>
                        <a:rPr lang="en-IN"/>
                        <a:t>&lt;h1&gt;</a:t>
                      </a:r>
                    </a:p>
                  </a:txBody>
                  <a:tcPr anchor="ctr"/>
                </a:tc>
                <a:tc>
                  <a:txBody>
                    <a:bodyPr/>
                    <a:lstStyle/>
                    <a:p>
                      <a:pPr>
                        <a:buNone/>
                      </a:pPr>
                      <a:r>
                        <a:rPr lang="en-IN"/>
                        <a:t>Displays the main heading.</a:t>
                      </a:r>
                    </a:p>
                  </a:txBody>
                  <a:tcPr anchor="ctr"/>
                </a:tc>
                <a:extLst>
                  <a:ext uri="{0D108BD9-81ED-4DB2-BD59-A6C34878D82A}">
                    <a16:rowId xmlns:a16="http://schemas.microsoft.com/office/drawing/2014/main" val="316729609"/>
                  </a:ext>
                </a:extLst>
              </a:tr>
              <a:tr h="0">
                <a:tc>
                  <a:txBody>
                    <a:bodyPr/>
                    <a:lstStyle/>
                    <a:p>
                      <a:pPr>
                        <a:buNone/>
                      </a:pPr>
                      <a:r>
                        <a:rPr lang="en-IN"/>
                        <a:t>&lt;h3&gt;</a:t>
                      </a:r>
                    </a:p>
                  </a:txBody>
                  <a:tcPr anchor="ctr"/>
                </a:tc>
                <a:tc>
                  <a:txBody>
                    <a:bodyPr/>
                    <a:lstStyle/>
                    <a:p>
                      <a:pPr>
                        <a:buNone/>
                      </a:pPr>
                      <a:r>
                        <a:rPr lang="en-IN"/>
                        <a:t>Displays movie names and subheadings.</a:t>
                      </a:r>
                    </a:p>
                  </a:txBody>
                  <a:tcPr anchor="ctr"/>
                </a:tc>
                <a:extLst>
                  <a:ext uri="{0D108BD9-81ED-4DB2-BD59-A6C34878D82A}">
                    <a16:rowId xmlns:a16="http://schemas.microsoft.com/office/drawing/2014/main" val="237749332"/>
                  </a:ext>
                </a:extLst>
              </a:tr>
              <a:tr h="0">
                <a:tc>
                  <a:txBody>
                    <a:bodyPr/>
                    <a:lstStyle/>
                    <a:p>
                      <a:pPr>
                        <a:buNone/>
                      </a:pPr>
                      <a:r>
                        <a:rPr lang="en-IN"/>
                        <a:t>&lt;div&gt;</a:t>
                      </a:r>
                    </a:p>
                  </a:txBody>
                  <a:tcPr anchor="ctr"/>
                </a:tc>
                <a:tc>
                  <a:txBody>
                    <a:bodyPr/>
                    <a:lstStyle/>
                    <a:p>
                      <a:pPr>
                        <a:buNone/>
                      </a:pPr>
                      <a:r>
                        <a:rPr lang="en-IN"/>
                        <a:t>Groups movie cards and related content.</a:t>
                      </a:r>
                    </a:p>
                  </a:txBody>
                  <a:tcPr anchor="ctr"/>
                </a:tc>
                <a:extLst>
                  <a:ext uri="{0D108BD9-81ED-4DB2-BD59-A6C34878D82A}">
                    <a16:rowId xmlns:a16="http://schemas.microsoft.com/office/drawing/2014/main" val="2514635571"/>
                  </a:ext>
                </a:extLst>
              </a:tr>
              <a:tr h="0">
                <a:tc>
                  <a:txBody>
                    <a:bodyPr/>
                    <a:lstStyle/>
                    <a:p>
                      <a:pPr>
                        <a:buNone/>
                      </a:pPr>
                      <a:r>
                        <a:rPr lang="en-IN"/>
                        <a:t>&lt;img&gt;</a:t>
                      </a:r>
                    </a:p>
                  </a:txBody>
                  <a:tcPr anchor="ctr"/>
                </a:tc>
                <a:tc>
                  <a:txBody>
                    <a:bodyPr/>
                    <a:lstStyle/>
                    <a:p>
                      <a:pPr>
                        <a:buNone/>
                      </a:pPr>
                      <a:r>
                        <a:rPr lang="en-IN"/>
                        <a:t>Displays movie posters using image URLs.</a:t>
                      </a:r>
                    </a:p>
                  </a:txBody>
                  <a:tcPr anchor="ctr"/>
                </a:tc>
                <a:extLst>
                  <a:ext uri="{0D108BD9-81ED-4DB2-BD59-A6C34878D82A}">
                    <a16:rowId xmlns:a16="http://schemas.microsoft.com/office/drawing/2014/main" val="4247742492"/>
                  </a:ext>
                </a:extLst>
              </a:tr>
              <a:tr h="0">
                <a:tc>
                  <a:txBody>
                    <a:bodyPr/>
                    <a:lstStyle/>
                    <a:p>
                      <a:pPr>
                        <a:buNone/>
                      </a:pPr>
                      <a:r>
                        <a:rPr lang="en-IN"/>
                        <a:t>&lt;p&gt;</a:t>
                      </a:r>
                    </a:p>
                  </a:txBody>
                  <a:tcPr anchor="ctr"/>
                </a:tc>
                <a:tc>
                  <a:txBody>
                    <a:bodyPr/>
                    <a:lstStyle/>
                    <a:p>
                      <a:pPr>
                        <a:buNone/>
                      </a:pPr>
                      <a:r>
                        <a:rPr lang="en-IN" dirty="0"/>
                        <a:t>Displays ratings, genres, years, and descriptions.</a:t>
                      </a:r>
                    </a:p>
                  </a:txBody>
                  <a:tcPr anchor="ctr"/>
                </a:tc>
                <a:extLst>
                  <a:ext uri="{0D108BD9-81ED-4DB2-BD59-A6C34878D82A}">
                    <a16:rowId xmlns:a16="http://schemas.microsoft.com/office/drawing/2014/main" val="3566581788"/>
                  </a:ext>
                </a:extLst>
              </a:tr>
            </a:tbl>
          </a:graphicData>
        </a:graphic>
      </p:graphicFrame>
    </p:spTree>
    <p:extLst>
      <p:ext uri="{BB962C8B-B14F-4D97-AF65-F5344CB8AC3E}">
        <p14:creationId xmlns:p14="http://schemas.microsoft.com/office/powerpoint/2010/main" val="26825118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2894CD-7E91-E59D-01A5-59E1D7834260}"/>
              </a:ext>
            </a:extLst>
          </p:cNvPr>
          <p:cNvSpPr txBox="1"/>
          <p:nvPr/>
        </p:nvSpPr>
        <p:spPr>
          <a:xfrm>
            <a:off x="835742" y="393290"/>
            <a:ext cx="1725152" cy="369332"/>
          </a:xfrm>
          <a:prstGeom prst="rect">
            <a:avLst/>
          </a:prstGeom>
          <a:noFill/>
        </p:spPr>
        <p:txBody>
          <a:bodyPr wrap="none" rtlCol="0">
            <a:spAutoFit/>
          </a:bodyPr>
          <a:lstStyle/>
          <a:p>
            <a:r>
              <a:rPr lang="en-IN" dirty="0"/>
              <a:t>CSS Tags Used:</a:t>
            </a:r>
          </a:p>
        </p:txBody>
      </p:sp>
      <p:sp>
        <p:nvSpPr>
          <p:cNvPr id="3" name="TextBox 2">
            <a:extLst>
              <a:ext uri="{FF2B5EF4-FFF2-40B4-BE49-F238E27FC236}">
                <a16:creationId xmlns:a16="http://schemas.microsoft.com/office/drawing/2014/main" id="{8BF398B3-414B-B44C-5C78-3964C92BDF44}"/>
              </a:ext>
            </a:extLst>
          </p:cNvPr>
          <p:cNvSpPr txBox="1"/>
          <p:nvPr/>
        </p:nvSpPr>
        <p:spPr>
          <a:xfrm>
            <a:off x="983226" y="1376516"/>
            <a:ext cx="184731" cy="369332"/>
          </a:xfrm>
          <a:prstGeom prst="rect">
            <a:avLst/>
          </a:prstGeom>
          <a:noFill/>
        </p:spPr>
        <p:txBody>
          <a:bodyPr wrap="none" rtlCol="0">
            <a:spAutoFit/>
          </a:bodyPr>
          <a:lstStyle/>
          <a:p>
            <a:endParaRPr lang="en-IN" dirty="0"/>
          </a:p>
        </p:txBody>
      </p:sp>
      <p:graphicFrame>
        <p:nvGraphicFramePr>
          <p:cNvPr id="7" name="Table 6">
            <a:extLst>
              <a:ext uri="{FF2B5EF4-FFF2-40B4-BE49-F238E27FC236}">
                <a16:creationId xmlns:a16="http://schemas.microsoft.com/office/drawing/2014/main" id="{66CD4270-5C2B-AAF9-A83D-0E7C1E4480AC}"/>
              </a:ext>
            </a:extLst>
          </p:cNvPr>
          <p:cNvGraphicFramePr>
            <a:graphicFrameLocks noGrp="1"/>
          </p:cNvGraphicFramePr>
          <p:nvPr>
            <p:extLst>
              <p:ext uri="{D42A27DB-BD31-4B8C-83A1-F6EECF244321}">
                <p14:modId xmlns:p14="http://schemas.microsoft.com/office/powerpoint/2010/main" val="1571375550"/>
              </p:ext>
            </p:extLst>
          </p:nvPr>
        </p:nvGraphicFramePr>
        <p:xfrm>
          <a:off x="835742" y="1002890"/>
          <a:ext cx="9809384" cy="5203811"/>
        </p:xfrm>
        <a:graphic>
          <a:graphicData uri="http://schemas.openxmlformats.org/drawingml/2006/table">
            <a:tbl>
              <a:tblPr>
                <a:tableStyleId>{5C22544A-7EE6-4342-B048-85BDC9FD1C3A}</a:tableStyleId>
              </a:tblPr>
              <a:tblGrid>
                <a:gridCol w="4904692">
                  <a:extLst>
                    <a:ext uri="{9D8B030D-6E8A-4147-A177-3AD203B41FA5}">
                      <a16:colId xmlns:a16="http://schemas.microsoft.com/office/drawing/2014/main" val="3230340670"/>
                    </a:ext>
                  </a:extLst>
                </a:gridCol>
                <a:gridCol w="4904692">
                  <a:extLst>
                    <a:ext uri="{9D8B030D-6E8A-4147-A177-3AD203B41FA5}">
                      <a16:colId xmlns:a16="http://schemas.microsoft.com/office/drawing/2014/main" val="3004607419"/>
                    </a:ext>
                  </a:extLst>
                </a:gridCol>
              </a:tblGrid>
              <a:tr h="358635">
                <a:tc>
                  <a:txBody>
                    <a:bodyPr/>
                    <a:lstStyle/>
                    <a:p>
                      <a:pPr>
                        <a:buNone/>
                      </a:pPr>
                      <a:r>
                        <a:rPr lang="en-IN" sz="1600"/>
                        <a:t>background</a:t>
                      </a:r>
                    </a:p>
                  </a:txBody>
                  <a:tcPr marL="79115" marR="79115" marT="39558" marB="39558" anchor="ctr"/>
                </a:tc>
                <a:tc>
                  <a:txBody>
                    <a:bodyPr/>
                    <a:lstStyle/>
                    <a:p>
                      <a:pPr>
                        <a:buNone/>
                      </a:pPr>
                      <a:r>
                        <a:rPr lang="en-IN" sz="1600"/>
                        <a:t>Sets the background color.</a:t>
                      </a:r>
                    </a:p>
                  </a:txBody>
                  <a:tcPr marL="79115" marR="79115" marT="39558" marB="39558" anchor="ctr"/>
                </a:tc>
                <a:extLst>
                  <a:ext uri="{0D108BD9-81ED-4DB2-BD59-A6C34878D82A}">
                    <a16:rowId xmlns:a16="http://schemas.microsoft.com/office/drawing/2014/main" val="2467411509"/>
                  </a:ext>
                </a:extLst>
              </a:tr>
              <a:tr h="358635">
                <a:tc>
                  <a:txBody>
                    <a:bodyPr/>
                    <a:lstStyle/>
                    <a:p>
                      <a:pPr>
                        <a:buNone/>
                      </a:pPr>
                      <a:r>
                        <a:rPr lang="en-IN" sz="1600"/>
                        <a:t>color</a:t>
                      </a:r>
                    </a:p>
                  </a:txBody>
                  <a:tcPr marL="79115" marR="79115" marT="39558" marB="39558" anchor="ctr"/>
                </a:tc>
                <a:tc>
                  <a:txBody>
                    <a:bodyPr/>
                    <a:lstStyle/>
                    <a:p>
                      <a:pPr>
                        <a:buNone/>
                      </a:pPr>
                      <a:r>
                        <a:rPr lang="en-IN" sz="1600"/>
                        <a:t>Changes the text color.</a:t>
                      </a:r>
                    </a:p>
                  </a:txBody>
                  <a:tcPr marL="79115" marR="79115" marT="39558" marB="39558" anchor="ctr"/>
                </a:tc>
                <a:extLst>
                  <a:ext uri="{0D108BD9-81ED-4DB2-BD59-A6C34878D82A}">
                    <a16:rowId xmlns:a16="http://schemas.microsoft.com/office/drawing/2014/main" val="2876862196"/>
                  </a:ext>
                </a:extLst>
              </a:tr>
              <a:tr h="358635">
                <a:tc>
                  <a:txBody>
                    <a:bodyPr/>
                    <a:lstStyle/>
                    <a:p>
                      <a:pPr>
                        <a:buNone/>
                      </a:pPr>
                      <a:r>
                        <a:rPr lang="en-IN" sz="1600"/>
                        <a:t>font-family</a:t>
                      </a:r>
                    </a:p>
                  </a:txBody>
                  <a:tcPr marL="79115" marR="79115" marT="39558" marB="39558" anchor="ctr"/>
                </a:tc>
                <a:tc>
                  <a:txBody>
                    <a:bodyPr/>
                    <a:lstStyle/>
                    <a:p>
                      <a:pPr>
                        <a:buNone/>
                      </a:pPr>
                      <a:r>
                        <a:rPr lang="en-IN" sz="1600"/>
                        <a:t>Sets the font style.</a:t>
                      </a:r>
                    </a:p>
                  </a:txBody>
                  <a:tcPr marL="79115" marR="79115" marT="39558" marB="39558" anchor="ctr"/>
                </a:tc>
                <a:extLst>
                  <a:ext uri="{0D108BD9-81ED-4DB2-BD59-A6C34878D82A}">
                    <a16:rowId xmlns:a16="http://schemas.microsoft.com/office/drawing/2014/main" val="4094874189"/>
                  </a:ext>
                </a:extLst>
              </a:tr>
              <a:tr h="358635">
                <a:tc>
                  <a:txBody>
                    <a:bodyPr/>
                    <a:lstStyle/>
                    <a:p>
                      <a:pPr>
                        <a:buNone/>
                      </a:pPr>
                      <a:r>
                        <a:rPr lang="en-IN" sz="1600"/>
                        <a:t>text-align</a:t>
                      </a:r>
                    </a:p>
                  </a:txBody>
                  <a:tcPr marL="79115" marR="79115" marT="39558" marB="39558" anchor="ctr"/>
                </a:tc>
                <a:tc>
                  <a:txBody>
                    <a:bodyPr/>
                    <a:lstStyle/>
                    <a:p>
                      <a:pPr>
                        <a:buNone/>
                      </a:pPr>
                      <a:r>
                        <a:rPr lang="en-IN" sz="1600"/>
                        <a:t>Aligns text to the center.</a:t>
                      </a:r>
                    </a:p>
                  </a:txBody>
                  <a:tcPr marL="79115" marR="79115" marT="39558" marB="39558" anchor="ctr"/>
                </a:tc>
                <a:extLst>
                  <a:ext uri="{0D108BD9-81ED-4DB2-BD59-A6C34878D82A}">
                    <a16:rowId xmlns:a16="http://schemas.microsoft.com/office/drawing/2014/main" val="1663234938"/>
                  </a:ext>
                </a:extLst>
              </a:tr>
              <a:tr h="358635">
                <a:tc>
                  <a:txBody>
                    <a:bodyPr/>
                    <a:lstStyle/>
                    <a:p>
                      <a:pPr>
                        <a:buNone/>
                      </a:pPr>
                      <a:r>
                        <a:rPr lang="en-IN" sz="1600"/>
                        <a:t>display: flex</a:t>
                      </a:r>
                    </a:p>
                  </a:txBody>
                  <a:tcPr marL="79115" marR="79115" marT="39558" marB="39558" anchor="ctr"/>
                </a:tc>
                <a:tc>
                  <a:txBody>
                    <a:bodyPr/>
                    <a:lstStyle/>
                    <a:p>
                      <a:pPr>
                        <a:buNone/>
                      </a:pPr>
                      <a:r>
                        <a:rPr lang="en-IN" sz="1600"/>
                        <a:t>Arranges movie cards in a flexible layout.</a:t>
                      </a:r>
                    </a:p>
                  </a:txBody>
                  <a:tcPr marL="79115" marR="79115" marT="39558" marB="39558" anchor="ctr"/>
                </a:tc>
                <a:extLst>
                  <a:ext uri="{0D108BD9-81ED-4DB2-BD59-A6C34878D82A}">
                    <a16:rowId xmlns:a16="http://schemas.microsoft.com/office/drawing/2014/main" val="3647733842"/>
                  </a:ext>
                </a:extLst>
              </a:tr>
              <a:tr h="358635">
                <a:tc>
                  <a:txBody>
                    <a:bodyPr/>
                    <a:lstStyle/>
                    <a:p>
                      <a:pPr>
                        <a:buNone/>
                      </a:pPr>
                      <a:r>
                        <a:rPr lang="en-IN" sz="1600"/>
                        <a:t>justify-content: center</a:t>
                      </a:r>
                    </a:p>
                  </a:txBody>
                  <a:tcPr marL="79115" marR="79115" marT="39558" marB="39558" anchor="ctr"/>
                </a:tc>
                <a:tc>
                  <a:txBody>
                    <a:bodyPr/>
                    <a:lstStyle/>
                    <a:p>
                      <a:pPr>
                        <a:buNone/>
                      </a:pPr>
                      <a:r>
                        <a:rPr lang="en-IN" sz="1600"/>
                        <a:t>Centers the movie cards horizontally.</a:t>
                      </a:r>
                    </a:p>
                  </a:txBody>
                  <a:tcPr marL="79115" marR="79115" marT="39558" marB="39558" anchor="ctr"/>
                </a:tc>
                <a:extLst>
                  <a:ext uri="{0D108BD9-81ED-4DB2-BD59-A6C34878D82A}">
                    <a16:rowId xmlns:a16="http://schemas.microsoft.com/office/drawing/2014/main" val="3549171819"/>
                  </a:ext>
                </a:extLst>
              </a:tr>
              <a:tr h="358635">
                <a:tc>
                  <a:txBody>
                    <a:bodyPr/>
                    <a:lstStyle/>
                    <a:p>
                      <a:pPr>
                        <a:buNone/>
                      </a:pPr>
                      <a:r>
                        <a:rPr lang="en-IN" sz="1600"/>
                        <a:t>flex-wrap: wrap</a:t>
                      </a:r>
                    </a:p>
                  </a:txBody>
                  <a:tcPr marL="79115" marR="79115" marT="39558" marB="39558" anchor="ctr"/>
                </a:tc>
                <a:tc>
                  <a:txBody>
                    <a:bodyPr/>
                    <a:lstStyle/>
                    <a:p>
                      <a:pPr>
                        <a:buNone/>
                      </a:pPr>
                      <a:r>
                        <a:rPr lang="en-IN" sz="1600"/>
                        <a:t>Moves cards to the next line when needed.</a:t>
                      </a:r>
                    </a:p>
                  </a:txBody>
                  <a:tcPr marL="79115" marR="79115" marT="39558" marB="39558" anchor="ctr"/>
                </a:tc>
                <a:extLst>
                  <a:ext uri="{0D108BD9-81ED-4DB2-BD59-A6C34878D82A}">
                    <a16:rowId xmlns:a16="http://schemas.microsoft.com/office/drawing/2014/main" val="1274814258"/>
                  </a:ext>
                </a:extLst>
              </a:tr>
              <a:tr h="358635">
                <a:tc>
                  <a:txBody>
                    <a:bodyPr/>
                    <a:lstStyle/>
                    <a:p>
                      <a:pPr>
                        <a:buNone/>
                      </a:pPr>
                      <a:r>
                        <a:rPr lang="en-IN" sz="1600"/>
                        <a:t>gap</a:t>
                      </a:r>
                    </a:p>
                  </a:txBody>
                  <a:tcPr marL="79115" marR="79115" marT="39558" marB="39558" anchor="ctr"/>
                </a:tc>
                <a:tc>
                  <a:txBody>
                    <a:bodyPr/>
                    <a:lstStyle/>
                    <a:p>
                      <a:pPr>
                        <a:buNone/>
                      </a:pPr>
                      <a:r>
                        <a:rPr lang="en-IN" sz="1600"/>
                        <a:t>Adds space between movie cards.</a:t>
                      </a:r>
                    </a:p>
                  </a:txBody>
                  <a:tcPr marL="79115" marR="79115" marT="39558" marB="39558" anchor="ctr"/>
                </a:tc>
                <a:extLst>
                  <a:ext uri="{0D108BD9-81ED-4DB2-BD59-A6C34878D82A}">
                    <a16:rowId xmlns:a16="http://schemas.microsoft.com/office/drawing/2014/main" val="770249910"/>
                  </a:ext>
                </a:extLst>
              </a:tr>
              <a:tr h="358635">
                <a:tc>
                  <a:txBody>
                    <a:bodyPr/>
                    <a:lstStyle/>
                    <a:p>
                      <a:pPr>
                        <a:buNone/>
                      </a:pPr>
                      <a:r>
                        <a:rPr lang="en-IN" sz="1600"/>
                        <a:t>padding</a:t>
                      </a:r>
                    </a:p>
                  </a:txBody>
                  <a:tcPr marL="79115" marR="79115" marT="39558" marB="39558" anchor="ctr"/>
                </a:tc>
                <a:tc>
                  <a:txBody>
                    <a:bodyPr/>
                    <a:lstStyle/>
                    <a:p>
                      <a:pPr>
                        <a:buNone/>
                      </a:pPr>
                      <a:r>
                        <a:rPr lang="en-IN" sz="1600"/>
                        <a:t>Adds space inside an element.</a:t>
                      </a:r>
                    </a:p>
                  </a:txBody>
                  <a:tcPr marL="79115" marR="79115" marT="39558" marB="39558" anchor="ctr"/>
                </a:tc>
                <a:extLst>
                  <a:ext uri="{0D108BD9-81ED-4DB2-BD59-A6C34878D82A}">
                    <a16:rowId xmlns:a16="http://schemas.microsoft.com/office/drawing/2014/main" val="2138924479"/>
                  </a:ext>
                </a:extLst>
              </a:tr>
              <a:tr h="358635">
                <a:tc>
                  <a:txBody>
                    <a:bodyPr/>
                    <a:lstStyle/>
                    <a:p>
                      <a:pPr>
                        <a:buNone/>
                      </a:pPr>
                      <a:r>
                        <a:rPr lang="en-IN" sz="1600"/>
                        <a:t>width</a:t>
                      </a:r>
                    </a:p>
                  </a:txBody>
                  <a:tcPr marL="79115" marR="79115" marT="39558" marB="39558" anchor="ctr"/>
                </a:tc>
                <a:tc>
                  <a:txBody>
                    <a:bodyPr/>
                    <a:lstStyle/>
                    <a:p>
                      <a:pPr>
                        <a:buNone/>
                      </a:pPr>
                      <a:r>
                        <a:rPr lang="en-IN" sz="1600"/>
                        <a:t>Sets the width of an element.</a:t>
                      </a:r>
                    </a:p>
                  </a:txBody>
                  <a:tcPr marL="79115" marR="79115" marT="39558" marB="39558" anchor="ctr"/>
                </a:tc>
                <a:extLst>
                  <a:ext uri="{0D108BD9-81ED-4DB2-BD59-A6C34878D82A}">
                    <a16:rowId xmlns:a16="http://schemas.microsoft.com/office/drawing/2014/main" val="1473376608"/>
                  </a:ext>
                </a:extLst>
              </a:tr>
              <a:tr h="358635">
                <a:tc>
                  <a:txBody>
                    <a:bodyPr/>
                    <a:lstStyle/>
                    <a:p>
                      <a:pPr>
                        <a:buNone/>
                      </a:pPr>
                      <a:r>
                        <a:rPr lang="en-IN" sz="1600"/>
                        <a:t>height</a:t>
                      </a:r>
                    </a:p>
                  </a:txBody>
                  <a:tcPr marL="79115" marR="79115" marT="39558" marB="39558" anchor="ctr"/>
                </a:tc>
                <a:tc>
                  <a:txBody>
                    <a:bodyPr/>
                    <a:lstStyle/>
                    <a:p>
                      <a:pPr>
                        <a:buNone/>
                      </a:pPr>
                      <a:r>
                        <a:rPr lang="en-IN" sz="1600"/>
                        <a:t>Sets the height of an element.</a:t>
                      </a:r>
                    </a:p>
                  </a:txBody>
                  <a:tcPr marL="79115" marR="79115" marT="39558" marB="39558" anchor="ctr"/>
                </a:tc>
                <a:extLst>
                  <a:ext uri="{0D108BD9-81ED-4DB2-BD59-A6C34878D82A}">
                    <a16:rowId xmlns:a16="http://schemas.microsoft.com/office/drawing/2014/main" val="2653136537"/>
                  </a:ext>
                </a:extLst>
              </a:tr>
              <a:tr h="900191">
                <a:tc>
                  <a:txBody>
                    <a:bodyPr/>
                    <a:lstStyle/>
                    <a:p>
                      <a:pPr>
                        <a:buNone/>
                      </a:pPr>
                      <a:r>
                        <a:rPr lang="en-IN" sz="1600"/>
                        <a:t>object-fit: cover</a:t>
                      </a:r>
                    </a:p>
                  </a:txBody>
                  <a:tcPr marL="79115" marR="79115" marT="39558" marB="39558" anchor="ctr"/>
                </a:tc>
                <a:tc>
                  <a:txBody>
                    <a:bodyPr/>
                    <a:lstStyle/>
                    <a:p>
                      <a:pPr>
                        <a:buNone/>
                      </a:pPr>
                      <a:r>
                        <a:rPr lang="en-IN" sz="1600"/>
                        <a:t>Fits images into the specified area while maintaining their proportions as much as possible.</a:t>
                      </a:r>
                    </a:p>
                  </a:txBody>
                  <a:tcPr marL="79115" marR="79115" marT="39558" marB="39558" anchor="ctr"/>
                </a:tc>
                <a:extLst>
                  <a:ext uri="{0D108BD9-81ED-4DB2-BD59-A6C34878D82A}">
                    <a16:rowId xmlns:a16="http://schemas.microsoft.com/office/drawing/2014/main" val="1587800686"/>
                  </a:ext>
                </a:extLst>
              </a:tr>
              <a:tr h="358635">
                <a:tc>
                  <a:txBody>
                    <a:bodyPr/>
                    <a:lstStyle/>
                    <a:p>
                      <a:pPr>
                        <a:buNone/>
                      </a:pPr>
                      <a:r>
                        <a:rPr lang="en-IN" sz="1600"/>
                        <a:t>border-radius</a:t>
                      </a:r>
                    </a:p>
                  </a:txBody>
                  <a:tcPr marL="79115" marR="79115" marT="39558" marB="39558" anchor="ctr"/>
                </a:tc>
                <a:tc>
                  <a:txBody>
                    <a:bodyPr/>
                    <a:lstStyle/>
                    <a:p>
                      <a:pPr>
                        <a:buNone/>
                      </a:pPr>
                      <a:r>
                        <a:rPr lang="en-IN" sz="1600" dirty="0"/>
                        <a:t>Rounds the corners of movie cards.</a:t>
                      </a:r>
                    </a:p>
                  </a:txBody>
                  <a:tcPr marL="79115" marR="79115" marT="39558" marB="39558" anchor="ctr"/>
                </a:tc>
                <a:extLst>
                  <a:ext uri="{0D108BD9-81ED-4DB2-BD59-A6C34878D82A}">
                    <a16:rowId xmlns:a16="http://schemas.microsoft.com/office/drawing/2014/main" val="501918933"/>
                  </a:ext>
                </a:extLst>
              </a:tr>
            </a:tbl>
          </a:graphicData>
        </a:graphic>
      </p:graphicFrame>
    </p:spTree>
    <p:extLst>
      <p:ext uri="{BB962C8B-B14F-4D97-AF65-F5344CB8AC3E}">
        <p14:creationId xmlns:p14="http://schemas.microsoft.com/office/powerpoint/2010/main" val="10703840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717A05-BE5C-3618-7E4F-4DEF8AB3C3C5}"/>
              </a:ext>
            </a:extLst>
          </p:cNvPr>
          <p:cNvSpPr txBox="1"/>
          <p:nvPr/>
        </p:nvSpPr>
        <p:spPr>
          <a:xfrm>
            <a:off x="796413" y="334297"/>
            <a:ext cx="1791965" cy="369332"/>
          </a:xfrm>
          <a:prstGeom prst="rect">
            <a:avLst/>
          </a:prstGeom>
          <a:noFill/>
        </p:spPr>
        <p:txBody>
          <a:bodyPr wrap="none" rtlCol="0">
            <a:spAutoFit/>
          </a:bodyPr>
          <a:lstStyle/>
          <a:p>
            <a:r>
              <a:rPr lang="en-IN" dirty="0"/>
              <a:t>SCREENSHOTS:</a:t>
            </a:r>
          </a:p>
        </p:txBody>
      </p:sp>
      <p:pic>
        <p:nvPicPr>
          <p:cNvPr id="4" name="Picture 3">
            <a:extLst>
              <a:ext uri="{FF2B5EF4-FFF2-40B4-BE49-F238E27FC236}">
                <a16:creationId xmlns:a16="http://schemas.microsoft.com/office/drawing/2014/main" id="{6710D1DB-B295-F9E0-720B-933EB6198B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6413" y="752167"/>
            <a:ext cx="10448010" cy="5540477"/>
          </a:xfrm>
          <a:prstGeom prst="rect">
            <a:avLst/>
          </a:prstGeom>
        </p:spPr>
      </p:pic>
    </p:spTree>
    <p:extLst>
      <p:ext uri="{BB962C8B-B14F-4D97-AF65-F5344CB8AC3E}">
        <p14:creationId xmlns:p14="http://schemas.microsoft.com/office/powerpoint/2010/main" val="8817630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TotalTime>
  <Words>1024</Words>
  <Application>Microsoft Office PowerPoint</Application>
  <PresentationFormat>Widescreen</PresentationFormat>
  <Paragraphs>151</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teju arja</dc:creator>
  <cp:lastModifiedBy>teju arja</cp:lastModifiedBy>
  <cp:revision>1</cp:revision>
  <dcterms:created xsi:type="dcterms:W3CDTF">2026-10-24T08:02:57Z</dcterms:created>
  <dcterms:modified xsi:type="dcterms:W3CDTF">2026-10-24T10:34:54Z</dcterms:modified>
</cp:coreProperties>
</file>